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89" autoAdjust="0"/>
  </p:normalViewPr>
  <p:slideViewPr>
    <p:cSldViewPr>
      <p:cViewPr varScale="1">
        <p:scale>
          <a:sx n="60" d="100"/>
          <a:sy n="60" d="100"/>
        </p:scale>
        <p:origin x="370" y="101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912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3D114-902D-4EC8-9143-2A72BF3B79C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5F747-B2CC-4657-99D5-4AFEE2497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8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5F747-B2CC-4657-99D5-4AFEE24972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8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75820" y="1414215"/>
            <a:ext cx="5772784" cy="299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0">
                <a:solidFill>
                  <a:srgbClr val="4A53F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FF31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rgbClr val="4A53F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FF31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rgbClr val="4A53F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1" i="0">
                <a:solidFill>
                  <a:srgbClr val="4A53F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157" y="315968"/>
            <a:ext cx="7061007" cy="20091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1" i="0">
                <a:solidFill>
                  <a:srgbClr val="4A53F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62894" y="2768918"/>
            <a:ext cx="11008360" cy="4211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FF31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2323" y="5652898"/>
            <a:ext cx="10777855" cy="509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80465" algn="l"/>
                <a:tab pos="4683760" algn="l"/>
                <a:tab pos="8479155" algn="l"/>
              </a:tabLst>
            </a:pPr>
            <a:r>
              <a:rPr sz="3150" dirty="0">
                <a:solidFill>
                  <a:srgbClr val="FF3131"/>
                </a:solidFill>
                <a:latin typeface="Tahoma"/>
                <a:cs typeface="Tahoma"/>
              </a:rPr>
              <a:t>A</a:t>
            </a:r>
            <a:r>
              <a:rPr sz="3150" spc="-59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500" dirty="0">
                <a:solidFill>
                  <a:srgbClr val="FF3131"/>
                </a:solidFill>
                <a:latin typeface="Tahoma"/>
                <a:cs typeface="Tahoma"/>
              </a:rPr>
              <a:t>LL</a:t>
            </a:r>
            <a:r>
              <a:rPr sz="315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150" spc="275" dirty="0">
                <a:solidFill>
                  <a:srgbClr val="FF3131"/>
                </a:solidFill>
                <a:latin typeface="Tahoma"/>
                <a:cs typeface="Tahoma"/>
              </a:rPr>
              <a:t>PA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-65" dirty="0">
                <a:solidFill>
                  <a:srgbClr val="FF3131"/>
                </a:solidFill>
                <a:latin typeface="Tahoma"/>
                <a:cs typeface="Tahoma"/>
              </a:rPr>
              <a:t>R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710" dirty="0">
                <a:solidFill>
                  <a:srgbClr val="FF3131"/>
                </a:solidFill>
                <a:latin typeface="Tahoma"/>
                <a:cs typeface="Tahoma"/>
              </a:rPr>
              <a:t>TIES.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FF3131"/>
                </a:solidFill>
                <a:latin typeface="Tahoma"/>
                <a:cs typeface="Tahoma"/>
              </a:rPr>
              <a:t>A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500" dirty="0">
                <a:solidFill>
                  <a:srgbClr val="FF3131"/>
                </a:solidFill>
                <a:latin typeface="Tahoma"/>
                <a:cs typeface="Tahoma"/>
              </a:rPr>
              <a:t>LL</a:t>
            </a:r>
            <a:r>
              <a:rPr sz="315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150" spc="245" dirty="0">
                <a:solidFill>
                  <a:srgbClr val="FF3131"/>
                </a:solidFill>
                <a:latin typeface="Tahoma"/>
                <a:cs typeface="Tahoma"/>
              </a:rPr>
              <a:t>PR</a:t>
            </a:r>
            <a:r>
              <a:rPr sz="3150" spc="-59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-335" dirty="0">
                <a:solidFill>
                  <a:srgbClr val="FF3131"/>
                </a:solidFill>
                <a:latin typeface="Tahoma"/>
                <a:cs typeface="Tahoma"/>
              </a:rPr>
              <a:t>O</a:t>
            </a:r>
            <a:r>
              <a:rPr sz="3150" spc="-59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-535" dirty="0">
                <a:solidFill>
                  <a:srgbClr val="FF3131"/>
                </a:solidFill>
                <a:latin typeface="Tahoma"/>
                <a:cs typeface="Tahoma"/>
              </a:rPr>
              <a:t>M</a:t>
            </a:r>
            <a:r>
              <a:rPr sz="3150" spc="-59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730" dirty="0">
                <a:solidFill>
                  <a:srgbClr val="FF3131"/>
                </a:solidFill>
                <a:latin typeface="Tahoma"/>
                <a:cs typeface="Tahoma"/>
              </a:rPr>
              <a:t>ISES.</a:t>
            </a:r>
            <a:r>
              <a:rPr sz="3150" spc="-59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-335" dirty="0">
                <a:solidFill>
                  <a:srgbClr val="FF3131"/>
                </a:solidFill>
                <a:latin typeface="Tahoma"/>
                <a:cs typeface="Tahoma"/>
              </a:rPr>
              <a:t>O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-210" dirty="0">
                <a:solidFill>
                  <a:srgbClr val="FF3131"/>
                </a:solidFill>
                <a:latin typeface="Tahoma"/>
                <a:cs typeface="Tahoma"/>
              </a:rPr>
              <a:t>N</a:t>
            </a:r>
            <a:r>
              <a:rPr sz="3150" spc="-59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FF3131"/>
                </a:solidFill>
                <a:latin typeface="Tahoma"/>
                <a:cs typeface="Tahoma"/>
              </a:rPr>
              <a:t>E</a:t>
            </a:r>
            <a:r>
              <a:rPr sz="315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150" spc="100" dirty="0">
                <a:solidFill>
                  <a:srgbClr val="FF3131"/>
                </a:solidFill>
                <a:latin typeface="Tahoma"/>
                <a:cs typeface="Tahoma"/>
              </a:rPr>
              <a:t>SO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275" dirty="0">
                <a:solidFill>
                  <a:srgbClr val="FF3131"/>
                </a:solidFill>
                <a:latin typeface="Tahoma"/>
                <a:cs typeface="Tahoma"/>
              </a:rPr>
              <a:t>LU</a:t>
            </a:r>
            <a:r>
              <a:rPr sz="3150" spc="-58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405" dirty="0">
                <a:solidFill>
                  <a:srgbClr val="FF3131"/>
                </a:solidFill>
                <a:latin typeface="Tahoma"/>
                <a:cs typeface="Tahoma"/>
              </a:rPr>
              <a:t>TIO</a:t>
            </a:r>
            <a:r>
              <a:rPr sz="3150" spc="-58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150" spc="-75" dirty="0">
                <a:solidFill>
                  <a:srgbClr val="FF3131"/>
                </a:solidFill>
                <a:latin typeface="Tahoma"/>
                <a:cs typeface="Tahoma"/>
              </a:rPr>
              <a:t>N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8455" marR="5080" indent="-1596390">
              <a:lnSpc>
                <a:spcPct val="116799"/>
              </a:lnSpc>
              <a:spcBef>
                <a:spcPts val="90"/>
              </a:spcBef>
            </a:pPr>
            <a:r>
              <a:rPr sz="8350" spc="350" dirty="0">
                <a:solidFill>
                  <a:srgbClr val="FF3131"/>
                </a:solidFill>
              </a:rPr>
              <a:t>MANIFESTO </a:t>
            </a:r>
            <a:r>
              <a:rPr sz="8350" spc="465" dirty="0">
                <a:solidFill>
                  <a:srgbClr val="FF3131"/>
                </a:solidFill>
              </a:rPr>
              <a:t>NEPAL</a:t>
            </a:r>
            <a:endParaRPr sz="8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4599461" y="357752"/>
            <a:ext cx="11434445" cy="1986441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829944" indent="-817244">
              <a:lnSpc>
                <a:spcPct val="100000"/>
              </a:lnSpc>
              <a:spcBef>
                <a:spcPts val="650"/>
              </a:spcBef>
              <a:buClr>
                <a:srgbClr val="FF3131"/>
              </a:buClr>
              <a:buFont typeface="Calibri"/>
              <a:buAutoNum type="arabicParenR"/>
              <a:tabLst>
                <a:tab pos="829944" algn="l"/>
                <a:tab pos="3281679" algn="l"/>
              </a:tabLst>
            </a:pPr>
            <a:r>
              <a:rPr sz="2650" b="1" spc="90" dirty="0">
                <a:solidFill>
                  <a:srgbClr val="FF3131"/>
                </a:solidFill>
                <a:latin typeface="Calibri"/>
                <a:cs typeface="Calibri"/>
              </a:rPr>
              <a:t>INFORMATION</a:t>
            </a:r>
            <a:r>
              <a:rPr sz="2650" b="1" dirty="0">
                <a:solidFill>
                  <a:srgbClr val="FF3131"/>
                </a:solidFill>
                <a:latin typeface="Calibri"/>
                <a:cs typeface="Calibri"/>
              </a:rPr>
              <a:t>	</a:t>
            </a:r>
            <a:r>
              <a:rPr sz="2650" b="1" spc="50" dirty="0">
                <a:solidFill>
                  <a:srgbClr val="FF3131"/>
                </a:solidFill>
                <a:latin typeface="Calibri"/>
                <a:cs typeface="Calibri"/>
              </a:rPr>
              <a:t>OVERLOAD</a:t>
            </a:r>
            <a:endParaRPr sz="2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829944" algn="l"/>
                <a:tab pos="2464435" algn="l"/>
              </a:tabLst>
            </a:pPr>
            <a:r>
              <a:rPr lang="en-GB" sz="2650" b="1" spc="45" dirty="0">
                <a:solidFill>
                  <a:srgbClr val="FF3131"/>
                </a:solidFill>
                <a:latin typeface="Calibri"/>
                <a:cs typeface="Calibri"/>
              </a:rPr>
              <a:t>2)       </a:t>
            </a:r>
            <a:r>
              <a:rPr sz="2650" b="1" spc="45" dirty="0">
                <a:solidFill>
                  <a:srgbClr val="FF3131"/>
                </a:solidFill>
                <a:latin typeface="Calibri"/>
                <a:cs typeface="Calibri"/>
              </a:rPr>
              <a:t>COMPLEX</a:t>
            </a:r>
            <a:r>
              <a:rPr sz="2650" b="1" dirty="0">
                <a:solidFill>
                  <a:srgbClr val="FF3131"/>
                </a:solidFill>
                <a:latin typeface="Calibri"/>
                <a:cs typeface="Calibri"/>
              </a:rPr>
              <a:t>	</a:t>
            </a:r>
            <a:r>
              <a:rPr sz="2650" b="1" spc="-10" dirty="0">
                <a:solidFill>
                  <a:srgbClr val="FF3131"/>
                </a:solidFill>
                <a:latin typeface="Calibri"/>
                <a:cs typeface="Calibri"/>
              </a:rPr>
              <a:t>LANGUAGE</a:t>
            </a:r>
            <a:endParaRPr sz="2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829944" algn="l"/>
                <a:tab pos="3077210" algn="l"/>
                <a:tab pos="3690620" algn="l"/>
              </a:tabLst>
            </a:pPr>
            <a:r>
              <a:rPr lang="en-GB" sz="2650" b="1" spc="340" dirty="0">
                <a:solidFill>
                  <a:srgbClr val="FF3131"/>
                </a:solidFill>
                <a:latin typeface="Calibri"/>
                <a:cs typeface="Calibri"/>
              </a:rPr>
              <a:t>3)    </a:t>
            </a:r>
            <a:r>
              <a:rPr sz="2650" b="1" spc="340" dirty="0">
                <a:solidFill>
                  <a:srgbClr val="FF3131"/>
                </a:solidFill>
                <a:latin typeface="Calibri"/>
                <a:cs typeface="Calibri"/>
              </a:rPr>
              <a:t>DIFFICULT</a:t>
            </a:r>
            <a:r>
              <a:rPr lang="en-GB" sz="2650" b="1" spc="340" dirty="0">
                <a:solidFill>
                  <a:srgbClr val="FF3131"/>
                </a:solidFill>
                <a:latin typeface="Calibri"/>
                <a:cs typeface="Calibri"/>
              </a:rPr>
              <a:t> </a:t>
            </a:r>
            <a:r>
              <a:rPr sz="2650" b="1" spc="335" dirty="0">
                <a:solidFill>
                  <a:srgbClr val="FF3131"/>
                </a:solidFill>
                <a:latin typeface="Calibri"/>
                <a:cs typeface="Calibri"/>
              </a:rPr>
              <a:t>IN</a:t>
            </a:r>
            <a:r>
              <a:rPr lang="en-GB" sz="2650" b="1" spc="335" dirty="0">
                <a:solidFill>
                  <a:srgbClr val="FF3131"/>
                </a:solidFill>
                <a:latin typeface="Calibri"/>
                <a:cs typeface="Calibri"/>
              </a:rPr>
              <a:t> </a:t>
            </a:r>
            <a:r>
              <a:rPr sz="2650" b="1" spc="35" dirty="0">
                <a:solidFill>
                  <a:srgbClr val="FF3131"/>
                </a:solidFill>
                <a:latin typeface="Calibri"/>
                <a:cs typeface="Calibri"/>
              </a:rPr>
              <a:t>COMPARISON</a:t>
            </a:r>
            <a:endParaRPr sz="2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927100" algn="l"/>
                <a:tab pos="1840864" algn="l"/>
              </a:tabLst>
            </a:pPr>
            <a:r>
              <a:rPr lang="en-GB" sz="3000" b="1" spc="-25" dirty="0">
                <a:solidFill>
                  <a:srgbClr val="FF3131"/>
                </a:solidFill>
                <a:latin typeface="Calibri"/>
                <a:cs typeface="Calibri"/>
              </a:rPr>
              <a:t>4 )      </a:t>
            </a:r>
            <a:r>
              <a:rPr sz="3000" b="1" spc="-25" dirty="0">
                <a:solidFill>
                  <a:srgbClr val="FF3131"/>
                </a:solidFill>
                <a:latin typeface="Calibri"/>
                <a:cs typeface="Calibri"/>
              </a:rPr>
              <a:t>LOW</a:t>
            </a:r>
            <a:r>
              <a:rPr sz="3000" b="1" dirty="0">
                <a:solidFill>
                  <a:srgbClr val="FF3131"/>
                </a:solidFill>
                <a:latin typeface="Calibri"/>
                <a:cs typeface="Calibri"/>
              </a:rPr>
              <a:t>	</a:t>
            </a:r>
            <a:r>
              <a:rPr sz="3000" b="1" spc="-10" dirty="0">
                <a:solidFill>
                  <a:srgbClr val="FF3131"/>
                </a:solidFill>
                <a:latin typeface="Calibri"/>
                <a:cs typeface="Calibri"/>
              </a:rPr>
              <a:t>ENGAGEMENT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15979" y="408039"/>
            <a:ext cx="3965575" cy="1917064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 marR="5080">
              <a:lnSpc>
                <a:spcPct val="78200"/>
              </a:lnSpc>
              <a:spcBef>
                <a:spcPts val="1939"/>
              </a:spcBef>
            </a:pPr>
            <a:r>
              <a:rPr spc="165" dirty="0"/>
              <a:t>THE </a:t>
            </a:r>
            <a:r>
              <a:rPr spc="-130" dirty="0"/>
              <a:t>P</a:t>
            </a:r>
            <a:r>
              <a:rPr spc="-155" dirty="0"/>
              <a:t>R</a:t>
            </a:r>
            <a:r>
              <a:rPr spc="-215" dirty="0"/>
              <a:t>O</a:t>
            </a:r>
            <a:r>
              <a:rPr spc="-150" dirty="0"/>
              <a:t>B</a:t>
            </a:r>
            <a:r>
              <a:rPr spc="-70" dirty="0"/>
              <a:t>L</a:t>
            </a:r>
            <a:r>
              <a:rPr spc="-105" dirty="0"/>
              <a:t>E</a:t>
            </a:r>
            <a:r>
              <a:rPr spc="-335" dirty="0"/>
              <a:t>M</a:t>
            </a:r>
            <a:r>
              <a:rPr spc="180" dirty="0"/>
              <a:t>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B806C9-7781-D2D9-E021-CA10901B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857500"/>
            <a:ext cx="13335000" cy="7279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35352" y="4793345"/>
            <a:ext cx="2924175" cy="2924175"/>
          </a:xfrm>
          <a:custGeom>
            <a:avLst/>
            <a:gdLst/>
            <a:ahLst/>
            <a:cxnLst/>
            <a:rect l="l" t="t" r="r" b="b"/>
            <a:pathLst>
              <a:path w="2924175" h="2924175">
                <a:moveTo>
                  <a:pt x="1461973" y="2923946"/>
                </a:moveTo>
                <a:lnTo>
                  <a:pt x="1413713" y="2923164"/>
                </a:lnTo>
                <a:lnTo>
                  <a:pt x="1365845" y="2920836"/>
                </a:lnTo>
                <a:lnTo>
                  <a:pt x="1318392" y="2916985"/>
                </a:lnTo>
                <a:lnTo>
                  <a:pt x="1271379" y="2911636"/>
                </a:lnTo>
                <a:lnTo>
                  <a:pt x="1224828" y="2904812"/>
                </a:lnTo>
                <a:lnTo>
                  <a:pt x="1178765" y="2896537"/>
                </a:lnTo>
                <a:lnTo>
                  <a:pt x="1133213" y="2886836"/>
                </a:lnTo>
                <a:lnTo>
                  <a:pt x="1088197" y="2875733"/>
                </a:lnTo>
                <a:lnTo>
                  <a:pt x="1043741" y="2863251"/>
                </a:lnTo>
                <a:lnTo>
                  <a:pt x="999868" y="2849415"/>
                </a:lnTo>
                <a:lnTo>
                  <a:pt x="956603" y="2834250"/>
                </a:lnTo>
                <a:lnTo>
                  <a:pt x="913970" y="2817778"/>
                </a:lnTo>
                <a:lnTo>
                  <a:pt x="871993" y="2800024"/>
                </a:lnTo>
                <a:lnTo>
                  <a:pt x="830696" y="2781012"/>
                </a:lnTo>
                <a:lnTo>
                  <a:pt x="790103" y="2760767"/>
                </a:lnTo>
                <a:lnTo>
                  <a:pt x="750238" y="2739312"/>
                </a:lnTo>
                <a:lnTo>
                  <a:pt x="711125" y="2716671"/>
                </a:lnTo>
                <a:lnTo>
                  <a:pt x="672789" y="2692869"/>
                </a:lnTo>
                <a:lnTo>
                  <a:pt x="635253" y="2667929"/>
                </a:lnTo>
                <a:lnTo>
                  <a:pt x="598542" y="2641876"/>
                </a:lnTo>
                <a:lnTo>
                  <a:pt x="562679" y="2614733"/>
                </a:lnTo>
                <a:lnTo>
                  <a:pt x="527688" y="2586525"/>
                </a:lnTo>
                <a:lnTo>
                  <a:pt x="493595" y="2557276"/>
                </a:lnTo>
                <a:lnTo>
                  <a:pt x="460422" y="2527010"/>
                </a:lnTo>
                <a:lnTo>
                  <a:pt x="428194" y="2495751"/>
                </a:lnTo>
                <a:lnTo>
                  <a:pt x="396935" y="2463523"/>
                </a:lnTo>
                <a:lnTo>
                  <a:pt x="366669" y="2430351"/>
                </a:lnTo>
                <a:lnTo>
                  <a:pt x="337420" y="2396257"/>
                </a:lnTo>
                <a:lnTo>
                  <a:pt x="309212" y="2361267"/>
                </a:lnTo>
                <a:lnTo>
                  <a:pt x="282070" y="2325404"/>
                </a:lnTo>
                <a:lnTo>
                  <a:pt x="256017" y="2288692"/>
                </a:lnTo>
                <a:lnTo>
                  <a:pt x="231077" y="2251156"/>
                </a:lnTo>
                <a:lnTo>
                  <a:pt x="207274" y="2212820"/>
                </a:lnTo>
                <a:lnTo>
                  <a:pt x="184634" y="2173707"/>
                </a:lnTo>
                <a:lnTo>
                  <a:pt x="163178" y="2133842"/>
                </a:lnTo>
                <a:lnTo>
                  <a:pt x="142933" y="2093249"/>
                </a:lnTo>
                <a:lnTo>
                  <a:pt x="123921" y="2051952"/>
                </a:lnTo>
                <a:lnTo>
                  <a:pt x="106168" y="2009975"/>
                </a:lnTo>
                <a:lnTo>
                  <a:pt x="89696" y="1967342"/>
                </a:lnTo>
                <a:lnTo>
                  <a:pt x="74530" y="1924077"/>
                </a:lnTo>
                <a:lnTo>
                  <a:pt x="60694" y="1880204"/>
                </a:lnTo>
                <a:lnTo>
                  <a:pt x="48213" y="1835748"/>
                </a:lnTo>
                <a:lnTo>
                  <a:pt x="37109" y="1790732"/>
                </a:lnTo>
                <a:lnTo>
                  <a:pt x="27408" y="1745180"/>
                </a:lnTo>
                <a:lnTo>
                  <a:pt x="19134" y="1699117"/>
                </a:lnTo>
                <a:lnTo>
                  <a:pt x="12310" y="1652567"/>
                </a:lnTo>
                <a:lnTo>
                  <a:pt x="6960" y="1605553"/>
                </a:lnTo>
                <a:lnTo>
                  <a:pt x="3109" y="1558100"/>
                </a:lnTo>
                <a:lnTo>
                  <a:pt x="781" y="1510232"/>
                </a:lnTo>
                <a:lnTo>
                  <a:pt x="0" y="1461973"/>
                </a:lnTo>
                <a:lnTo>
                  <a:pt x="781" y="1413715"/>
                </a:lnTo>
                <a:lnTo>
                  <a:pt x="3109" y="1365849"/>
                </a:lnTo>
                <a:lnTo>
                  <a:pt x="6960" y="1318397"/>
                </a:lnTo>
                <a:lnTo>
                  <a:pt x="12310" y="1271385"/>
                </a:lnTo>
                <a:lnTo>
                  <a:pt x="19134" y="1224836"/>
                </a:lnTo>
                <a:lnTo>
                  <a:pt x="27408" y="1178774"/>
                </a:lnTo>
                <a:lnTo>
                  <a:pt x="37109" y="1133223"/>
                </a:lnTo>
                <a:lnTo>
                  <a:pt x="48213" y="1088208"/>
                </a:lnTo>
                <a:lnTo>
                  <a:pt x="60694" y="1043752"/>
                </a:lnTo>
                <a:lnTo>
                  <a:pt x="74530" y="999880"/>
                </a:lnTo>
                <a:lnTo>
                  <a:pt x="89696" y="956616"/>
                </a:lnTo>
                <a:lnTo>
                  <a:pt x="106168" y="913983"/>
                </a:lnTo>
                <a:lnTo>
                  <a:pt x="123921" y="872006"/>
                </a:lnTo>
                <a:lnTo>
                  <a:pt x="142933" y="830709"/>
                </a:lnTo>
                <a:lnTo>
                  <a:pt x="163178" y="790116"/>
                </a:lnTo>
                <a:lnTo>
                  <a:pt x="184634" y="750252"/>
                </a:lnTo>
                <a:lnTo>
                  <a:pt x="207274" y="711139"/>
                </a:lnTo>
                <a:lnTo>
                  <a:pt x="231077" y="672802"/>
                </a:lnTo>
                <a:lnTo>
                  <a:pt x="256017" y="635266"/>
                </a:lnTo>
                <a:lnTo>
                  <a:pt x="282070" y="598555"/>
                </a:lnTo>
                <a:lnTo>
                  <a:pt x="309212" y="562692"/>
                </a:lnTo>
                <a:lnTo>
                  <a:pt x="337420" y="527701"/>
                </a:lnTo>
                <a:lnTo>
                  <a:pt x="366669" y="493607"/>
                </a:lnTo>
                <a:lnTo>
                  <a:pt x="396935" y="460434"/>
                </a:lnTo>
                <a:lnTo>
                  <a:pt x="428194" y="428205"/>
                </a:lnTo>
                <a:lnTo>
                  <a:pt x="460422" y="396946"/>
                </a:lnTo>
                <a:lnTo>
                  <a:pt x="493595" y="366679"/>
                </a:lnTo>
                <a:lnTo>
                  <a:pt x="527688" y="337430"/>
                </a:lnTo>
                <a:lnTo>
                  <a:pt x="562679" y="309222"/>
                </a:lnTo>
                <a:lnTo>
                  <a:pt x="598542" y="282078"/>
                </a:lnTo>
                <a:lnTo>
                  <a:pt x="635253" y="256025"/>
                </a:lnTo>
                <a:lnTo>
                  <a:pt x="672789" y="231084"/>
                </a:lnTo>
                <a:lnTo>
                  <a:pt x="711125" y="207281"/>
                </a:lnTo>
                <a:lnTo>
                  <a:pt x="750238" y="184640"/>
                </a:lnTo>
                <a:lnTo>
                  <a:pt x="790103" y="163184"/>
                </a:lnTo>
                <a:lnTo>
                  <a:pt x="830696" y="142938"/>
                </a:lnTo>
                <a:lnTo>
                  <a:pt x="871993" y="123926"/>
                </a:lnTo>
                <a:lnTo>
                  <a:pt x="913970" y="106172"/>
                </a:lnTo>
                <a:lnTo>
                  <a:pt x="956603" y="89699"/>
                </a:lnTo>
                <a:lnTo>
                  <a:pt x="999868" y="74533"/>
                </a:lnTo>
                <a:lnTo>
                  <a:pt x="1043741" y="60697"/>
                </a:lnTo>
                <a:lnTo>
                  <a:pt x="1088197" y="48215"/>
                </a:lnTo>
                <a:lnTo>
                  <a:pt x="1133213" y="37111"/>
                </a:lnTo>
                <a:lnTo>
                  <a:pt x="1178765" y="27409"/>
                </a:lnTo>
                <a:lnTo>
                  <a:pt x="1224828" y="19135"/>
                </a:lnTo>
                <a:lnTo>
                  <a:pt x="1271379" y="12310"/>
                </a:lnTo>
                <a:lnTo>
                  <a:pt x="1318392" y="6960"/>
                </a:lnTo>
                <a:lnTo>
                  <a:pt x="1365845" y="3109"/>
                </a:lnTo>
                <a:lnTo>
                  <a:pt x="1413713" y="781"/>
                </a:lnTo>
                <a:lnTo>
                  <a:pt x="1461973" y="0"/>
                </a:lnTo>
                <a:lnTo>
                  <a:pt x="1510230" y="781"/>
                </a:lnTo>
                <a:lnTo>
                  <a:pt x="1558097" y="3109"/>
                </a:lnTo>
                <a:lnTo>
                  <a:pt x="1605548" y="6960"/>
                </a:lnTo>
                <a:lnTo>
                  <a:pt x="1652561" y="12310"/>
                </a:lnTo>
                <a:lnTo>
                  <a:pt x="1699110" y="19135"/>
                </a:lnTo>
                <a:lnTo>
                  <a:pt x="1745172" y="27409"/>
                </a:lnTo>
                <a:lnTo>
                  <a:pt x="1790722" y="37111"/>
                </a:lnTo>
                <a:lnTo>
                  <a:pt x="1835738" y="48215"/>
                </a:lnTo>
                <a:lnTo>
                  <a:pt x="1880193" y="60697"/>
                </a:lnTo>
                <a:lnTo>
                  <a:pt x="1924065" y="74533"/>
                </a:lnTo>
                <a:lnTo>
                  <a:pt x="1967330" y="89699"/>
                </a:lnTo>
                <a:lnTo>
                  <a:pt x="2009962" y="106172"/>
                </a:lnTo>
                <a:lnTo>
                  <a:pt x="2051939" y="123926"/>
                </a:lnTo>
                <a:lnTo>
                  <a:pt x="2093236" y="142938"/>
                </a:lnTo>
                <a:lnTo>
                  <a:pt x="2133829" y="163184"/>
                </a:lnTo>
                <a:lnTo>
                  <a:pt x="2173694" y="184640"/>
                </a:lnTo>
                <a:lnTo>
                  <a:pt x="2212806" y="207281"/>
                </a:lnTo>
                <a:lnTo>
                  <a:pt x="2251143" y="231084"/>
                </a:lnTo>
                <a:lnTo>
                  <a:pt x="2288679" y="256025"/>
                </a:lnTo>
                <a:lnTo>
                  <a:pt x="2325391" y="282078"/>
                </a:lnTo>
                <a:lnTo>
                  <a:pt x="2361254" y="309222"/>
                </a:lnTo>
                <a:lnTo>
                  <a:pt x="2396244" y="337430"/>
                </a:lnTo>
                <a:lnTo>
                  <a:pt x="2430338" y="366679"/>
                </a:lnTo>
                <a:lnTo>
                  <a:pt x="2463511" y="396946"/>
                </a:lnTo>
                <a:lnTo>
                  <a:pt x="2495740" y="428205"/>
                </a:lnTo>
                <a:lnTo>
                  <a:pt x="2526999" y="460434"/>
                </a:lnTo>
                <a:lnTo>
                  <a:pt x="2557266" y="493607"/>
                </a:lnTo>
                <a:lnTo>
                  <a:pt x="2586515" y="527701"/>
                </a:lnTo>
                <a:lnTo>
                  <a:pt x="2614724" y="562692"/>
                </a:lnTo>
                <a:lnTo>
                  <a:pt x="2641867" y="598555"/>
                </a:lnTo>
                <a:lnTo>
                  <a:pt x="2667921" y="635266"/>
                </a:lnTo>
                <a:lnTo>
                  <a:pt x="2692861" y="672802"/>
                </a:lnTo>
                <a:lnTo>
                  <a:pt x="2716664" y="711139"/>
                </a:lnTo>
                <a:lnTo>
                  <a:pt x="2739305" y="750252"/>
                </a:lnTo>
                <a:lnTo>
                  <a:pt x="2760761" y="790116"/>
                </a:lnTo>
                <a:lnTo>
                  <a:pt x="2781007" y="830709"/>
                </a:lnTo>
                <a:lnTo>
                  <a:pt x="2800019" y="872006"/>
                </a:lnTo>
                <a:lnTo>
                  <a:pt x="2817774" y="913983"/>
                </a:lnTo>
                <a:lnTo>
                  <a:pt x="2834246" y="956616"/>
                </a:lnTo>
                <a:lnTo>
                  <a:pt x="2849412" y="999880"/>
                </a:lnTo>
                <a:lnTo>
                  <a:pt x="2863249" y="1043752"/>
                </a:lnTo>
                <a:lnTo>
                  <a:pt x="2875731" y="1088208"/>
                </a:lnTo>
                <a:lnTo>
                  <a:pt x="2886834" y="1133223"/>
                </a:lnTo>
                <a:lnTo>
                  <a:pt x="2896536" y="1178774"/>
                </a:lnTo>
                <a:lnTo>
                  <a:pt x="2904811" y="1224836"/>
                </a:lnTo>
                <a:lnTo>
                  <a:pt x="2911635" y="1271385"/>
                </a:lnTo>
                <a:lnTo>
                  <a:pt x="2916985" y="1318397"/>
                </a:lnTo>
                <a:lnTo>
                  <a:pt x="2920836" y="1365849"/>
                </a:lnTo>
                <a:lnTo>
                  <a:pt x="2923164" y="1413715"/>
                </a:lnTo>
                <a:lnTo>
                  <a:pt x="2923946" y="1461973"/>
                </a:lnTo>
                <a:lnTo>
                  <a:pt x="2923164" y="1510232"/>
                </a:lnTo>
                <a:lnTo>
                  <a:pt x="2920836" y="1558100"/>
                </a:lnTo>
                <a:lnTo>
                  <a:pt x="2916985" y="1605553"/>
                </a:lnTo>
                <a:lnTo>
                  <a:pt x="2911635" y="1652567"/>
                </a:lnTo>
                <a:lnTo>
                  <a:pt x="2904811" y="1699117"/>
                </a:lnTo>
                <a:lnTo>
                  <a:pt x="2896536" y="1745180"/>
                </a:lnTo>
                <a:lnTo>
                  <a:pt x="2886834" y="1790732"/>
                </a:lnTo>
                <a:lnTo>
                  <a:pt x="2875731" y="1835748"/>
                </a:lnTo>
                <a:lnTo>
                  <a:pt x="2863249" y="1880204"/>
                </a:lnTo>
                <a:lnTo>
                  <a:pt x="2849412" y="1924077"/>
                </a:lnTo>
                <a:lnTo>
                  <a:pt x="2834246" y="1967342"/>
                </a:lnTo>
                <a:lnTo>
                  <a:pt x="2817774" y="2009975"/>
                </a:lnTo>
                <a:lnTo>
                  <a:pt x="2800019" y="2051952"/>
                </a:lnTo>
                <a:lnTo>
                  <a:pt x="2781007" y="2093249"/>
                </a:lnTo>
                <a:lnTo>
                  <a:pt x="2760761" y="2133842"/>
                </a:lnTo>
                <a:lnTo>
                  <a:pt x="2739305" y="2173707"/>
                </a:lnTo>
                <a:lnTo>
                  <a:pt x="2716664" y="2212820"/>
                </a:lnTo>
                <a:lnTo>
                  <a:pt x="2692861" y="2251156"/>
                </a:lnTo>
                <a:lnTo>
                  <a:pt x="2667921" y="2288692"/>
                </a:lnTo>
                <a:lnTo>
                  <a:pt x="2641867" y="2325404"/>
                </a:lnTo>
                <a:lnTo>
                  <a:pt x="2614724" y="2361267"/>
                </a:lnTo>
                <a:lnTo>
                  <a:pt x="2586515" y="2396257"/>
                </a:lnTo>
                <a:lnTo>
                  <a:pt x="2557266" y="2430351"/>
                </a:lnTo>
                <a:lnTo>
                  <a:pt x="2526999" y="2463523"/>
                </a:lnTo>
                <a:lnTo>
                  <a:pt x="2495740" y="2495751"/>
                </a:lnTo>
                <a:lnTo>
                  <a:pt x="2463511" y="2527010"/>
                </a:lnTo>
                <a:lnTo>
                  <a:pt x="2430338" y="2557276"/>
                </a:lnTo>
                <a:lnTo>
                  <a:pt x="2396244" y="2586525"/>
                </a:lnTo>
                <a:lnTo>
                  <a:pt x="2361254" y="2614733"/>
                </a:lnTo>
                <a:lnTo>
                  <a:pt x="2325391" y="2641876"/>
                </a:lnTo>
                <a:lnTo>
                  <a:pt x="2288679" y="2667929"/>
                </a:lnTo>
                <a:lnTo>
                  <a:pt x="2251143" y="2692869"/>
                </a:lnTo>
                <a:lnTo>
                  <a:pt x="2212806" y="2716671"/>
                </a:lnTo>
                <a:lnTo>
                  <a:pt x="2173694" y="2739312"/>
                </a:lnTo>
                <a:lnTo>
                  <a:pt x="2133829" y="2760767"/>
                </a:lnTo>
                <a:lnTo>
                  <a:pt x="2093236" y="2781012"/>
                </a:lnTo>
                <a:lnTo>
                  <a:pt x="2051939" y="2800024"/>
                </a:lnTo>
                <a:lnTo>
                  <a:pt x="2009962" y="2817778"/>
                </a:lnTo>
                <a:lnTo>
                  <a:pt x="1967330" y="2834250"/>
                </a:lnTo>
                <a:lnTo>
                  <a:pt x="1924065" y="2849415"/>
                </a:lnTo>
                <a:lnTo>
                  <a:pt x="1880193" y="2863251"/>
                </a:lnTo>
                <a:lnTo>
                  <a:pt x="1835738" y="2875733"/>
                </a:lnTo>
                <a:lnTo>
                  <a:pt x="1790722" y="2886836"/>
                </a:lnTo>
                <a:lnTo>
                  <a:pt x="1745172" y="2896537"/>
                </a:lnTo>
                <a:lnTo>
                  <a:pt x="1699110" y="2904812"/>
                </a:lnTo>
                <a:lnTo>
                  <a:pt x="1652561" y="2911636"/>
                </a:lnTo>
                <a:lnTo>
                  <a:pt x="1605548" y="2916985"/>
                </a:lnTo>
                <a:lnTo>
                  <a:pt x="1558097" y="2920836"/>
                </a:lnTo>
                <a:lnTo>
                  <a:pt x="1510230" y="2923164"/>
                </a:lnTo>
                <a:lnTo>
                  <a:pt x="1461973" y="2923946"/>
                </a:lnTo>
                <a:close/>
              </a:path>
            </a:pathLst>
          </a:custGeom>
          <a:solidFill>
            <a:srgbClr val="58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812787" y="5781974"/>
            <a:ext cx="1898650" cy="10331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algn="ctr">
              <a:lnSpc>
                <a:spcPts val="2630"/>
              </a:lnSpc>
              <a:spcBef>
                <a:spcPts val="229"/>
              </a:spcBef>
              <a:tabLst>
                <a:tab pos="1374775" algn="l"/>
              </a:tabLst>
            </a:pPr>
            <a:r>
              <a:rPr sz="2200" spc="-10" dirty="0">
                <a:solidFill>
                  <a:srgbClr val="F0EDEC"/>
                </a:solidFill>
                <a:latin typeface="Tahoma"/>
                <a:cs typeface="Tahoma"/>
              </a:rPr>
              <a:t>NEUTRAL</a:t>
            </a:r>
            <a:r>
              <a:rPr sz="2200" dirty="0">
                <a:solidFill>
                  <a:srgbClr val="F0EDEC"/>
                </a:solidFill>
                <a:latin typeface="Tahoma"/>
                <a:cs typeface="Tahoma"/>
              </a:rPr>
              <a:t>	</a:t>
            </a:r>
            <a:r>
              <a:rPr sz="2200" spc="-50" dirty="0">
                <a:solidFill>
                  <a:srgbClr val="F0EDEC"/>
                </a:solidFill>
                <a:latin typeface="Tahoma"/>
                <a:cs typeface="Tahoma"/>
              </a:rPr>
              <a:t>&amp; </a:t>
            </a:r>
            <a:r>
              <a:rPr sz="2200" spc="140" dirty="0">
                <a:solidFill>
                  <a:srgbClr val="F0EDEC"/>
                </a:solidFill>
                <a:latin typeface="Tahoma"/>
                <a:cs typeface="Tahoma"/>
              </a:rPr>
              <a:t>VERIFIED </a:t>
            </a:r>
            <a:r>
              <a:rPr sz="2200" spc="-10" dirty="0">
                <a:solidFill>
                  <a:srgbClr val="F0EDEC"/>
                </a:solidFill>
                <a:latin typeface="Tahoma"/>
                <a:cs typeface="Tahoma"/>
              </a:rPr>
              <a:t>INFORMATION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220231" y="1679508"/>
            <a:ext cx="2924175" cy="2924175"/>
          </a:xfrm>
          <a:custGeom>
            <a:avLst/>
            <a:gdLst/>
            <a:ahLst/>
            <a:cxnLst/>
            <a:rect l="l" t="t" r="r" b="b"/>
            <a:pathLst>
              <a:path w="2924175" h="2924175">
                <a:moveTo>
                  <a:pt x="1461973" y="2923946"/>
                </a:moveTo>
                <a:lnTo>
                  <a:pt x="1413715" y="2923164"/>
                </a:lnTo>
                <a:lnTo>
                  <a:pt x="1365849" y="2920836"/>
                </a:lnTo>
                <a:lnTo>
                  <a:pt x="1318397" y="2916985"/>
                </a:lnTo>
                <a:lnTo>
                  <a:pt x="1271385" y="2911636"/>
                </a:lnTo>
                <a:lnTo>
                  <a:pt x="1224836" y="2904812"/>
                </a:lnTo>
                <a:lnTo>
                  <a:pt x="1178774" y="2896537"/>
                </a:lnTo>
                <a:lnTo>
                  <a:pt x="1133223" y="2886836"/>
                </a:lnTo>
                <a:lnTo>
                  <a:pt x="1088208" y="2875733"/>
                </a:lnTo>
                <a:lnTo>
                  <a:pt x="1043752" y="2863251"/>
                </a:lnTo>
                <a:lnTo>
                  <a:pt x="999880" y="2849415"/>
                </a:lnTo>
                <a:lnTo>
                  <a:pt x="956616" y="2834250"/>
                </a:lnTo>
                <a:lnTo>
                  <a:pt x="913983" y="2817778"/>
                </a:lnTo>
                <a:lnTo>
                  <a:pt x="872006" y="2800024"/>
                </a:lnTo>
                <a:lnTo>
                  <a:pt x="830709" y="2781012"/>
                </a:lnTo>
                <a:lnTo>
                  <a:pt x="790116" y="2760767"/>
                </a:lnTo>
                <a:lnTo>
                  <a:pt x="750252" y="2739312"/>
                </a:lnTo>
                <a:lnTo>
                  <a:pt x="711139" y="2716671"/>
                </a:lnTo>
                <a:lnTo>
                  <a:pt x="672802" y="2692869"/>
                </a:lnTo>
                <a:lnTo>
                  <a:pt x="635266" y="2667929"/>
                </a:lnTo>
                <a:lnTo>
                  <a:pt x="598555" y="2641876"/>
                </a:lnTo>
                <a:lnTo>
                  <a:pt x="562692" y="2614733"/>
                </a:lnTo>
                <a:lnTo>
                  <a:pt x="527701" y="2586525"/>
                </a:lnTo>
                <a:lnTo>
                  <a:pt x="493607" y="2557276"/>
                </a:lnTo>
                <a:lnTo>
                  <a:pt x="460434" y="2527010"/>
                </a:lnTo>
                <a:lnTo>
                  <a:pt x="428205" y="2495751"/>
                </a:lnTo>
                <a:lnTo>
                  <a:pt x="396946" y="2463523"/>
                </a:lnTo>
                <a:lnTo>
                  <a:pt x="366679" y="2430351"/>
                </a:lnTo>
                <a:lnTo>
                  <a:pt x="337430" y="2396257"/>
                </a:lnTo>
                <a:lnTo>
                  <a:pt x="309222" y="2361267"/>
                </a:lnTo>
                <a:lnTo>
                  <a:pt x="282078" y="2325404"/>
                </a:lnTo>
                <a:lnTo>
                  <a:pt x="256025" y="2288692"/>
                </a:lnTo>
                <a:lnTo>
                  <a:pt x="231084" y="2251156"/>
                </a:lnTo>
                <a:lnTo>
                  <a:pt x="207281" y="2212820"/>
                </a:lnTo>
                <a:lnTo>
                  <a:pt x="184640" y="2173707"/>
                </a:lnTo>
                <a:lnTo>
                  <a:pt x="163184" y="2133842"/>
                </a:lnTo>
                <a:lnTo>
                  <a:pt x="142938" y="2093249"/>
                </a:lnTo>
                <a:lnTo>
                  <a:pt x="123926" y="2051952"/>
                </a:lnTo>
                <a:lnTo>
                  <a:pt x="106172" y="2009975"/>
                </a:lnTo>
                <a:lnTo>
                  <a:pt x="89699" y="1967342"/>
                </a:lnTo>
                <a:lnTo>
                  <a:pt x="74533" y="1924077"/>
                </a:lnTo>
                <a:lnTo>
                  <a:pt x="60697" y="1880204"/>
                </a:lnTo>
                <a:lnTo>
                  <a:pt x="48215" y="1835748"/>
                </a:lnTo>
                <a:lnTo>
                  <a:pt x="37111" y="1790732"/>
                </a:lnTo>
                <a:lnTo>
                  <a:pt x="27409" y="1745180"/>
                </a:lnTo>
                <a:lnTo>
                  <a:pt x="19135" y="1699117"/>
                </a:lnTo>
                <a:lnTo>
                  <a:pt x="12310" y="1652567"/>
                </a:lnTo>
                <a:lnTo>
                  <a:pt x="6960" y="1605553"/>
                </a:lnTo>
                <a:lnTo>
                  <a:pt x="3109" y="1558100"/>
                </a:lnTo>
                <a:lnTo>
                  <a:pt x="781" y="1510232"/>
                </a:lnTo>
                <a:lnTo>
                  <a:pt x="0" y="1461973"/>
                </a:lnTo>
                <a:lnTo>
                  <a:pt x="781" y="1413715"/>
                </a:lnTo>
                <a:lnTo>
                  <a:pt x="3109" y="1365848"/>
                </a:lnTo>
                <a:lnTo>
                  <a:pt x="6960" y="1318396"/>
                </a:lnTo>
                <a:lnTo>
                  <a:pt x="12310" y="1271383"/>
                </a:lnTo>
                <a:lnTo>
                  <a:pt x="19135" y="1224833"/>
                </a:lnTo>
                <a:lnTo>
                  <a:pt x="27409" y="1178771"/>
                </a:lnTo>
                <a:lnTo>
                  <a:pt x="37111" y="1133220"/>
                </a:lnTo>
                <a:lnTo>
                  <a:pt x="48215" y="1088205"/>
                </a:lnTo>
                <a:lnTo>
                  <a:pt x="60697" y="1043749"/>
                </a:lnTo>
                <a:lnTo>
                  <a:pt x="74533" y="999876"/>
                </a:lnTo>
                <a:lnTo>
                  <a:pt x="89699" y="956612"/>
                </a:lnTo>
                <a:lnTo>
                  <a:pt x="106172" y="913979"/>
                </a:lnTo>
                <a:lnTo>
                  <a:pt x="123926" y="872002"/>
                </a:lnTo>
                <a:lnTo>
                  <a:pt x="142938" y="830705"/>
                </a:lnTo>
                <a:lnTo>
                  <a:pt x="163184" y="790112"/>
                </a:lnTo>
                <a:lnTo>
                  <a:pt x="184640" y="750247"/>
                </a:lnTo>
                <a:lnTo>
                  <a:pt x="207281" y="711135"/>
                </a:lnTo>
                <a:lnTo>
                  <a:pt x="231084" y="672798"/>
                </a:lnTo>
                <a:lnTo>
                  <a:pt x="256025" y="635262"/>
                </a:lnTo>
                <a:lnTo>
                  <a:pt x="282078" y="598551"/>
                </a:lnTo>
                <a:lnTo>
                  <a:pt x="309222" y="562688"/>
                </a:lnTo>
                <a:lnTo>
                  <a:pt x="337430" y="527697"/>
                </a:lnTo>
                <a:lnTo>
                  <a:pt x="366679" y="493603"/>
                </a:lnTo>
                <a:lnTo>
                  <a:pt x="396946" y="460430"/>
                </a:lnTo>
                <a:lnTo>
                  <a:pt x="428205" y="428202"/>
                </a:lnTo>
                <a:lnTo>
                  <a:pt x="460434" y="396943"/>
                </a:lnTo>
                <a:lnTo>
                  <a:pt x="493607" y="366676"/>
                </a:lnTo>
                <a:lnTo>
                  <a:pt x="527701" y="337427"/>
                </a:lnTo>
                <a:lnTo>
                  <a:pt x="562692" y="309219"/>
                </a:lnTo>
                <a:lnTo>
                  <a:pt x="598555" y="282076"/>
                </a:lnTo>
                <a:lnTo>
                  <a:pt x="635266" y="256022"/>
                </a:lnTo>
                <a:lnTo>
                  <a:pt x="672802" y="231082"/>
                </a:lnTo>
                <a:lnTo>
                  <a:pt x="711139" y="207279"/>
                </a:lnTo>
                <a:lnTo>
                  <a:pt x="750252" y="184638"/>
                </a:lnTo>
                <a:lnTo>
                  <a:pt x="790116" y="163183"/>
                </a:lnTo>
                <a:lnTo>
                  <a:pt x="830709" y="142937"/>
                </a:lnTo>
                <a:lnTo>
                  <a:pt x="872006" y="123925"/>
                </a:lnTo>
                <a:lnTo>
                  <a:pt x="913983" y="106170"/>
                </a:lnTo>
                <a:lnTo>
                  <a:pt x="956616" y="89698"/>
                </a:lnTo>
                <a:lnTo>
                  <a:pt x="999880" y="74532"/>
                </a:lnTo>
                <a:lnTo>
                  <a:pt x="1043752" y="60696"/>
                </a:lnTo>
                <a:lnTo>
                  <a:pt x="1088208" y="48214"/>
                </a:lnTo>
                <a:lnTo>
                  <a:pt x="1133223" y="37110"/>
                </a:lnTo>
                <a:lnTo>
                  <a:pt x="1178774" y="27409"/>
                </a:lnTo>
                <a:lnTo>
                  <a:pt x="1224836" y="19134"/>
                </a:lnTo>
                <a:lnTo>
                  <a:pt x="1271385" y="12310"/>
                </a:lnTo>
                <a:lnTo>
                  <a:pt x="1318397" y="6960"/>
                </a:lnTo>
                <a:lnTo>
                  <a:pt x="1365849" y="3109"/>
                </a:lnTo>
                <a:lnTo>
                  <a:pt x="1413715" y="781"/>
                </a:lnTo>
                <a:lnTo>
                  <a:pt x="1461973" y="0"/>
                </a:lnTo>
                <a:lnTo>
                  <a:pt x="1510230" y="781"/>
                </a:lnTo>
                <a:lnTo>
                  <a:pt x="1558097" y="3109"/>
                </a:lnTo>
                <a:lnTo>
                  <a:pt x="1605548" y="6960"/>
                </a:lnTo>
                <a:lnTo>
                  <a:pt x="1652561" y="12310"/>
                </a:lnTo>
                <a:lnTo>
                  <a:pt x="1699110" y="19134"/>
                </a:lnTo>
                <a:lnTo>
                  <a:pt x="1745172" y="27409"/>
                </a:lnTo>
                <a:lnTo>
                  <a:pt x="1790722" y="37110"/>
                </a:lnTo>
                <a:lnTo>
                  <a:pt x="1835738" y="48214"/>
                </a:lnTo>
                <a:lnTo>
                  <a:pt x="1880193" y="60696"/>
                </a:lnTo>
                <a:lnTo>
                  <a:pt x="1924065" y="74532"/>
                </a:lnTo>
                <a:lnTo>
                  <a:pt x="1967330" y="89698"/>
                </a:lnTo>
                <a:lnTo>
                  <a:pt x="2009962" y="106170"/>
                </a:lnTo>
                <a:lnTo>
                  <a:pt x="2051939" y="123925"/>
                </a:lnTo>
                <a:lnTo>
                  <a:pt x="2093236" y="142937"/>
                </a:lnTo>
                <a:lnTo>
                  <a:pt x="2133829" y="163183"/>
                </a:lnTo>
                <a:lnTo>
                  <a:pt x="2173694" y="184638"/>
                </a:lnTo>
                <a:lnTo>
                  <a:pt x="2212806" y="207279"/>
                </a:lnTo>
                <a:lnTo>
                  <a:pt x="2251143" y="231082"/>
                </a:lnTo>
                <a:lnTo>
                  <a:pt x="2288679" y="256022"/>
                </a:lnTo>
                <a:lnTo>
                  <a:pt x="2325391" y="282076"/>
                </a:lnTo>
                <a:lnTo>
                  <a:pt x="2361254" y="309219"/>
                </a:lnTo>
                <a:lnTo>
                  <a:pt x="2396244" y="337427"/>
                </a:lnTo>
                <a:lnTo>
                  <a:pt x="2430338" y="366676"/>
                </a:lnTo>
                <a:lnTo>
                  <a:pt x="2463511" y="396943"/>
                </a:lnTo>
                <a:lnTo>
                  <a:pt x="2495740" y="428202"/>
                </a:lnTo>
                <a:lnTo>
                  <a:pt x="2526999" y="460430"/>
                </a:lnTo>
                <a:lnTo>
                  <a:pt x="2557266" y="493603"/>
                </a:lnTo>
                <a:lnTo>
                  <a:pt x="2586515" y="527697"/>
                </a:lnTo>
                <a:lnTo>
                  <a:pt x="2614724" y="562688"/>
                </a:lnTo>
                <a:lnTo>
                  <a:pt x="2641867" y="598551"/>
                </a:lnTo>
                <a:lnTo>
                  <a:pt x="2667921" y="635262"/>
                </a:lnTo>
                <a:lnTo>
                  <a:pt x="2692861" y="672798"/>
                </a:lnTo>
                <a:lnTo>
                  <a:pt x="2716664" y="711135"/>
                </a:lnTo>
                <a:lnTo>
                  <a:pt x="2739305" y="750247"/>
                </a:lnTo>
                <a:lnTo>
                  <a:pt x="2760761" y="790112"/>
                </a:lnTo>
                <a:lnTo>
                  <a:pt x="2781007" y="830705"/>
                </a:lnTo>
                <a:lnTo>
                  <a:pt x="2800019" y="872002"/>
                </a:lnTo>
                <a:lnTo>
                  <a:pt x="2817774" y="913979"/>
                </a:lnTo>
                <a:lnTo>
                  <a:pt x="2834246" y="956612"/>
                </a:lnTo>
                <a:lnTo>
                  <a:pt x="2849412" y="999876"/>
                </a:lnTo>
                <a:lnTo>
                  <a:pt x="2863249" y="1043749"/>
                </a:lnTo>
                <a:lnTo>
                  <a:pt x="2875731" y="1088205"/>
                </a:lnTo>
                <a:lnTo>
                  <a:pt x="2886834" y="1133220"/>
                </a:lnTo>
                <a:lnTo>
                  <a:pt x="2896536" y="1178771"/>
                </a:lnTo>
                <a:lnTo>
                  <a:pt x="2904811" y="1224833"/>
                </a:lnTo>
                <a:lnTo>
                  <a:pt x="2911635" y="1271383"/>
                </a:lnTo>
                <a:lnTo>
                  <a:pt x="2916985" y="1318396"/>
                </a:lnTo>
                <a:lnTo>
                  <a:pt x="2920836" y="1365848"/>
                </a:lnTo>
                <a:lnTo>
                  <a:pt x="2923164" y="1413715"/>
                </a:lnTo>
                <a:lnTo>
                  <a:pt x="2923946" y="1461973"/>
                </a:lnTo>
                <a:lnTo>
                  <a:pt x="2923164" y="1510232"/>
                </a:lnTo>
                <a:lnTo>
                  <a:pt x="2920836" y="1558100"/>
                </a:lnTo>
                <a:lnTo>
                  <a:pt x="2916985" y="1605553"/>
                </a:lnTo>
                <a:lnTo>
                  <a:pt x="2911635" y="1652567"/>
                </a:lnTo>
                <a:lnTo>
                  <a:pt x="2904811" y="1699117"/>
                </a:lnTo>
                <a:lnTo>
                  <a:pt x="2896536" y="1745180"/>
                </a:lnTo>
                <a:lnTo>
                  <a:pt x="2886834" y="1790732"/>
                </a:lnTo>
                <a:lnTo>
                  <a:pt x="2875731" y="1835748"/>
                </a:lnTo>
                <a:lnTo>
                  <a:pt x="2863249" y="1880204"/>
                </a:lnTo>
                <a:lnTo>
                  <a:pt x="2849412" y="1924077"/>
                </a:lnTo>
                <a:lnTo>
                  <a:pt x="2834246" y="1967342"/>
                </a:lnTo>
                <a:lnTo>
                  <a:pt x="2817774" y="2009975"/>
                </a:lnTo>
                <a:lnTo>
                  <a:pt x="2800019" y="2051952"/>
                </a:lnTo>
                <a:lnTo>
                  <a:pt x="2781007" y="2093249"/>
                </a:lnTo>
                <a:lnTo>
                  <a:pt x="2760761" y="2133842"/>
                </a:lnTo>
                <a:lnTo>
                  <a:pt x="2739305" y="2173707"/>
                </a:lnTo>
                <a:lnTo>
                  <a:pt x="2716664" y="2212820"/>
                </a:lnTo>
                <a:lnTo>
                  <a:pt x="2692861" y="2251156"/>
                </a:lnTo>
                <a:lnTo>
                  <a:pt x="2667921" y="2288692"/>
                </a:lnTo>
                <a:lnTo>
                  <a:pt x="2641867" y="2325404"/>
                </a:lnTo>
                <a:lnTo>
                  <a:pt x="2614724" y="2361267"/>
                </a:lnTo>
                <a:lnTo>
                  <a:pt x="2586515" y="2396257"/>
                </a:lnTo>
                <a:lnTo>
                  <a:pt x="2557266" y="2430351"/>
                </a:lnTo>
                <a:lnTo>
                  <a:pt x="2526999" y="2463523"/>
                </a:lnTo>
                <a:lnTo>
                  <a:pt x="2495740" y="2495751"/>
                </a:lnTo>
                <a:lnTo>
                  <a:pt x="2463511" y="2527010"/>
                </a:lnTo>
                <a:lnTo>
                  <a:pt x="2430338" y="2557276"/>
                </a:lnTo>
                <a:lnTo>
                  <a:pt x="2396244" y="2586525"/>
                </a:lnTo>
                <a:lnTo>
                  <a:pt x="2361254" y="2614733"/>
                </a:lnTo>
                <a:lnTo>
                  <a:pt x="2325391" y="2641876"/>
                </a:lnTo>
                <a:lnTo>
                  <a:pt x="2288679" y="2667929"/>
                </a:lnTo>
                <a:lnTo>
                  <a:pt x="2251143" y="2692869"/>
                </a:lnTo>
                <a:lnTo>
                  <a:pt x="2212806" y="2716671"/>
                </a:lnTo>
                <a:lnTo>
                  <a:pt x="2173694" y="2739312"/>
                </a:lnTo>
                <a:lnTo>
                  <a:pt x="2133829" y="2760767"/>
                </a:lnTo>
                <a:lnTo>
                  <a:pt x="2093236" y="2781012"/>
                </a:lnTo>
                <a:lnTo>
                  <a:pt x="2051939" y="2800024"/>
                </a:lnTo>
                <a:lnTo>
                  <a:pt x="2009962" y="2817778"/>
                </a:lnTo>
                <a:lnTo>
                  <a:pt x="1967330" y="2834250"/>
                </a:lnTo>
                <a:lnTo>
                  <a:pt x="1924065" y="2849415"/>
                </a:lnTo>
                <a:lnTo>
                  <a:pt x="1880193" y="2863251"/>
                </a:lnTo>
                <a:lnTo>
                  <a:pt x="1835738" y="2875733"/>
                </a:lnTo>
                <a:lnTo>
                  <a:pt x="1790722" y="2886836"/>
                </a:lnTo>
                <a:lnTo>
                  <a:pt x="1745172" y="2896537"/>
                </a:lnTo>
                <a:lnTo>
                  <a:pt x="1699110" y="2904812"/>
                </a:lnTo>
                <a:lnTo>
                  <a:pt x="1652561" y="2911636"/>
                </a:lnTo>
                <a:lnTo>
                  <a:pt x="1605548" y="2916985"/>
                </a:lnTo>
                <a:lnTo>
                  <a:pt x="1558097" y="2920836"/>
                </a:lnTo>
                <a:lnTo>
                  <a:pt x="1510230" y="2923164"/>
                </a:lnTo>
                <a:lnTo>
                  <a:pt x="1461973" y="2923946"/>
                </a:lnTo>
                <a:close/>
              </a:path>
            </a:pathLst>
          </a:custGeom>
          <a:solidFill>
            <a:srgbClr val="58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647645" y="2602053"/>
            <a:ext cx="2069464" cy="10331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ts val="2630"/>
              </a:lnSpc>
              <a:spcBef>
                <a:spcPts val="229"/>
              </a:spcBef>
            </a:pPr>
            <a:r>
              <a:rPr sz="2200" spc="175" dirty="0">
                <a:solidFill>
                  <a:srgbClr val="F0EDEC"/>
                </a:solidFill>
                <a:latin typeface="Tahoma"/>
                <a:cs typeface="Tahoma"/>
              </a:rPr>
              <a:t>SIDE‐BY‐SIDE </a:t>
            </a:r>
            <a:r>
              <a:rPr sz="2200" spc="-10" dirty="0">
                <a:solidFill>
                  <a:srgbClr val="F0EDEC"/>
                </a:solidFill>
                <a:latin typeface="Tahoma"/>
                <a:cs typeface="Tahoma"/>
              </a:rPr>
              <a:t>COMPARISON </a:t>
            </a:r>
            <a:r>
              <a:rPr sz="2200" spc="-20" dirty="0">
                <a:solidFill>
                  <a:srgbClr val="F0EDEC"/>
                </a:solidFill>
                <a:latin typeface="Tahoma"/>
                <a:cs typeface="Tahoma"/>
              </a:rPr>
              <a:t>TOOL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099413" y="3397453"/>
            <a:ext cx="2924175" cy="2924175"/>
          </a:xfrm>
          <a:custGeom>
            <a:avLst/>
            <a:gdLst/>
            <a:ahLst/>
            <a:cxnLst/>
            <a:rect l="l" t="t" r="r" b="b"/>
            <a:pathLst>
              <a:path w="2924175" h="2924175">
                <a:moveTo>
                  <a:pt x="1461973" y="2923946"/>
                </a:moveTo>
                <a:lnTo>
                  <a:pt x="1413715" y="2923164"/>
                </a:lnTo>
                <a:lnTo>
                  <a:pt x="1365849" y="2920836"/>
                </a:lnTo>
                <a:lnTo>
                  <a:pt x="1318397" y="2916985"/>
                </a:lnTo>
                <a:lnTo>
                  <a:pt x="1271385" y="2911636"/>
                </a:lnTo>
                <a:lnTo>
                  <a:pt x="1224836" y="2904812"/>
                </a:lnTo>
                <a:lnTo>
                  <a:pt x="1178774" y="2896537"/>
                </a:lnTo>
                <a:lnTo>
                  <a:pt x="1133223" y="2886836"/>
                </a:lnTo>
                <a:lnTo>
                  <a:pt x="1088208" y="2875733"/>
                </a:lnTo>
                <a:lnTo>
                  <a:pt x="1043752" y="2863251"/>
                </a:lnTo>
                <a:lnTo>
                  <a:pt x="999880" y="2849415"/>
                </a:lnTo>
                <a:lnTo>
                  <a:pt x="956616" y="2834250"/>
                </a:lnTo>
                <a:lnTo>
                  <a:pt x="913983" y="2817778"/>
                </a:lnTo>
                <a:lnTo>
                  <a:pt x="872006" y="2800024"/>
                </a:lnTo>
                <a:lnTo>
                  <a:pt x="830709" y="2781012"/>
                </a:lnTo>
                <a:lnTo>
                  <a:pt x="790116" y="2760767"/>
                </a:lnTo>
                <a:lnTo>
                  <a:pt x="750252" y="2739312"/>
                </a:lnTo>
                <a:lnTo>
                  <a:pt x="711139" y="2716671"/>
                </a:lnTo>
                <a:lnTo>
                  <a:pt x="672802" y="2692869"/>
                </a:lnTo>
                <a:lnTo>
                  <a:pt x="635266" y="2667929"/>
                </a:lnTo>
                <a:lnTo>
                  <a:pt x="598555" y="2641876"/>
                </a:lnTo>
                <a:lnTo>
                  <a:pt x="562692" y="2614733"/>
                </a:lnTo>
                <a:lnTo>
                  <a:pt x="527701" y="2586525"/>
                </a:lnTo>
                <a:lnTo>
                  <a:pt x="493607" y="2557276"/>
                </a:lnTo>
                <a:lnTo>
                  <a:pt x="460434" y="2527010"/>
                </a:lnTo>
                <a:lnTo>
                  <a:pt x="428205" y="2495751"/>
                </a:lnTo>
                <a:lnTo>
                  <a:pt x="396946" y="2463523"/>
                </a:lnTo>
                <a:lnTo>
                  <a:pt x="366679" y="2430351"/>
                </a:lnTo>
                <a:lnTo>
                  <a:pt x="337430" y="2396257"/>
                </a:lnTo>
                <a:lnTo>
                  <a:pt x="309222" y="2361267"/>
                </a:lnTo>
                <a:lnTo>
                  <a:pt x="282078" y="2325404"/>
                </a:lnTo>
                <a:lnTo>
                  <a:pt x="256025" y="2288692"/>
                </a:lnTo>
                <a:lnTo>
                  <a:pt x="231084" y="2251156"/>
                </a:lnTo>
                <a:lnTo>
                  <a:pt x="207281" y="2212820"/>
                </a:lnTo>
                <a:lnTo>
                  <a:pt x="184640" y="2173707"/>
                </a:lnTo>
                <a:lnTo>
                  <a:pt x="163184" y="2133842"/>
                </a:lnTo>
                <a:lnTo>
                  <a:pt x="142938" y="2093249"/>
                </a:lnTo>
                <a:lnTo>
                  <a:pt x="123926" y="2051952"/>
                </a:lnTo>
                <a:lnTo>
                  <a:pt x="106172" y="2009975"/>
                </a:lnTo>
                <a:lnTo>
                  <a:pt x="89699" y="1967342"/>
                </a:lnTo>
                <a:lnTo>
                  <a:pt x="74533" y="1924077"/>
                </a:lnTo>
                <a:lnTo>
                  <a:pt x="60697" y="1880204"/>
                </a:lnTo>
                <a:lnTo>
                  <a:pt x="48215" y="1835748"/>
                </a:lnTo>
                <a:lnTo>
                  <a:pt x="37111" y="1790732"/>
                </a:lnTo>
                <a:lnTo>
                  <a:pt x="27409" y="1745180"/>
                </a:lnTo>
                <a:lnTo>
                  <a:pt x="19135" y="1699117"/>
                </a:lnTo>
                <a:lnTo>
                  <a:pt x="12310" y="1652567"/>
                </a:lnTo>
                <a:lnTo>
                  <a:pt x="6960" y="1605553"/>
                </a:lnTo>
                <a:lnTo>
                  <a:pt x="3109" y="1558100"/>
                </a:lnTo>
                <a:lnTo>
                  <a:pt x="781" y="1510232"/>
                </a:lnTo>
                <a:lnTo>
                  <a:pt x="0" y="1461973"/>
                </a:lnTo>
                <a:lnTo>
                  <a:pt x="781" y="1413715"/>
                </a:lnTo>
                <a:lnTo>
                  <a:pt x="3109" y="1365849"/>
                </a:lnTo>
                <a:lnTo>
                  <a:pt x="6960" y="1318397"/>
                </a:lnTo>
                <a:lnTo>
                  <a:pt x="12310" y="1271385"/>
                </a:lnTo>
                <a:lnTo>
                  <a:pt x="19135" y="1224836"/>
                </a:lnTo>
                <a:lnTo>
                  <a:pt x="27409" y="1178774"/>
                </a:lnTo>
                <a:lnTo>
                  <a:pt x="37111" y="1133223"/>
                </a:lnTo>
                <a:lnTo>
                  <a:pt x="48215" y="1088208"/>
                </a:lnTo>
                <a:lnTo>
                  <a:pt x="60697" y="1043752"/>
                </a:lnTo>
                <a:lnTo>
                  <a:pt x="74533" y="999880"/>
                </a:lnTo>
                <a:lnTo>
                  <a:pt x="89699" y="956616"/>
                </a:lnTo>
                <a:lnTo>
                  <a:pt x="106172" y="913983"/>
                </a:lnTo>
                <a:lnTo>
                  <a:pt x="123926" y="872006"/>
                </a:lnTo>
                <a:lnTo>
                  <a:pt x="142938" y="830709"/>
                </a:lnTo>
                <a:lnTo>
                  <a:pt x="163184" y="790116"/>
                </a:lnTo>
                <a:lnTo>
                  <a:pt x="184640" y="750252"/>
                </a:lnTo>
                <a:lnTo>
                  <a:pt x="207281" y="711139"/>
                </a:lnTo>
                <a:lnTo>
                  <a:pt x="231084" y="672802"/>
                </a:lnTo>
                <a:lnTo>
                  <a:pt x="256025" y="635266"/>
                </a:lnTo>
                <a:lnTo>
                  <a:pt x="282078" y="598555"/>
                </a:lnTo>
                <a:lnTo>
                  <a:pt x="309222" y="562692"/>
                </a:lnTo>
                <a:lnTo>
                  <a:pt x="337430" y="527701"/>
                </a:lnTo>
                <a:lnTo>
                  <a:pt x="366679" y="493607"/>
                </a:lnTo>
                <a:lnTo>
                  <a:pt x="396946" y="460434"/>
                </a:lnTo>
                <a:lnTo>
                  <a:pt x="428205" y="428205"/>
                </a:lnTo>
                <a:lnTo>
                  <a:pt x="460434" y="396946"/>
                </a:lnTo>
                <a:lnTo>
                  <a:pt x="493607" y="366679"/>
                </a:lnTo>
                <a:lnTo>
                  <a:pt x="527701" y="337430"/>
                </a:lnTo>
                <a:lnTo>
                  <a:pt x="562692" y="309222"/>
                </a:lnTo>
                <a:lnTo>
                  <a:pt x="598555" y="282078"/>
                </a:lnTo>
                <a:lnTo>
                  <a:pt x="635266" y="256025"/>
                </a:lnTo>
                <a:lnTo>
                  <a:pt x="672802" y="231084"/>
                </a:lnTo>
                <a:lnTo>
                  <a:pt x="711139" y="207281"/>
                </a:lnTo>
                <a:lnTo>
                  <a:pt x="750252" y="184640"/>
                </a:lnTo>
                <a:lnTo>
                  <a:pt x="790116" y="163184"/>
                </a:lnTo>
                <a:lnTo>
                  <a:pt x="830709" y="142938"/>
                </a:lnTo>
                <a:lnTo>
                  <a:pt x="872006" y="123926"/>
                </a:lnTo>
                <a:lnTo>
                  <a:pt x="913983" y="106172"/>
                </a:lnTo>
                <a:lnTo>
                  <a:pt x="956616" y="89699"/>
                </a:lnTo>
                <a:lnTo>
                  <a:pt x="999880" y="74533"/>
                </a:lnTo>
                <a:lnTo>
                  <a:pt x="1043752" y="60697"/>
                </a:lnTo>
                <a:lnTo>
                  <a:pt x="1088208" y="48215"/>
                </a:lnTo>
                <a:lnTo>
                  <a:pt x="1133223" y="37111"/>
                </a:lnTo>
                <a:lnTo>
                  <a:pt x="1178774" y="27409"/>
                </a:lnTo>
                <a:lnTo>
                  <a:pt x="1224836" y="19135"/>
                </a:lnTo>
                <a:lnTo>
                  <a:pt x="1271385" y="12310"/>
                </a:lnTo>
                <a:lnTo>
                  <a:pt x="1318397" y="6960"/>
                </a:lnTo>
                <a:lnTo>
                  <a:pt x="1365849" y="3109"/>
                </a:lnTo>
                <a:lnTo>
                  <a:pt x="1413715" y="781"/>
                </a:lnTo>
                <a:lnTo>
                  <a:pt x="1461973" y="0"/>
                </a:lnTo>
                <a:lnTo>
                  <a:pt x="1510232" y="781"/>
                </a:lnTo>
                <a:lnTo>
                  <a:pt x="1558100" y="3109"/>
                </a:lnTo>
                <a:lnTo>
                  <a:pt x="1605553" y="6960"/>
                </a:lnTo>
                <a:lnTo>
                  <a:pt x="1652567" y="12310"/>
                </a:lnTo>
                <a:lnTo>
                  <a:pt x="1699118" y="19135"/>
                </a:lnTo>
                <a:lnTo>
                  <a:pt x="1745181" y="27409"/>
                </a:lnTo>
                <a:lnTo>
                  <a:pt x="1790733" y="37111"/>
                </a:lnTo>
                <a:lnTo>
                  <a:pt x="1835750" y="48215"/>
                </a:lnTo>
                <a:lnTo>
                  <a:pt x="1880207" y="60697"/>
                </a:lnTo>
                <a:lnTo>
                  <a:pt x="1924080" y="74533"/>
                </a:lnTo>
                <a:lnTo>
                  <a:pt x="1967346" y="89699"/>
                </a:lnTo>
                <a:lnTo>
                  <a:pt x="2009979" y="106172"/>
                </a:lnTo>
                <a:lnTo>
                  <a:pt x="2051957" y="123926"/>
                </a:lnTo>
                <a:lnTo>
                  <a:pt x="2093255" y="142938"/>
                </a:lnTo>
                <a:lnTo>
                  <a:pt x="2133849" y="163184"/>
                </a:lnTo>
                <a:lnTo>
                  <a:pt x="2173715" y="184640"/>
                </a:lnTo>
                <a:lnTo>
                  <a:pt x="2212828" y="207281"/>
                </a:lnTo>
                <a:lnTo>
                  <a:pt x="2251165" y="231084"/>
                </a:lnTo>
                <a:lnTo>
                  <a:pt x="2288702" y="256025"/>
                </a:lnTo>
                <a:lnTo>
                  <a:pt x="2325414" y="282078"/>
                </a:lnTo>
                <a:lnTo>
                  <a:pt x="2361278" y="309222"/>
                </a:lnTo>
                <a:lnTo>
                  <a:pt x="2396269" y="337430"/>
                </a:lnTo>
                <a:lnTo>
                  <a:pt x="2430364" y="366679"/>
                </a:lnTo>
                <a:lnTo>
                  <a:pt x="2463538" y="396946"/>
                </a:lnTo>
                <a:lnTo>
                  <a:pt x="2495767" y="428205"/>
                </a:lnTo>
                <a:lnTo>
                  <a:pt x="2527027" y="460434"/>
                </a:lnTo>
                <a:lnTo>
                  <a:pt x="2557293" y="493607"/>
                </a:lnTo>
                <a:lnTo>
                  <a:pt x="2586543" y="527701"/>
                </a:lnTo>
                <a:lnTo>
                  <a:pt x="2614752" y="562692"/>
                </a:lnTo>
                <a:lnTo>
                  <a:pt x="2641895" y="598555"/>
                </a:lnTo>
                <a:lnTo>
                  <a:pt x="2667949" y="635266"/>
                </a:lnTo>
                <a:lnTo>
                  <a:pt x="2692890" y="672802"/>
                </a:lnTo>
                <a:lnTo>
                  <a:pt x="2716693" y="711139"/>
                </a:lnTo>
                <a:lnTo>
                  <a:pt x="2739335" y="750252"/>
                </a:lnTo>
                <a:lnTo>
                  <a:pt x="2760791" y="790116"/>
                </a:lnTo>
                <a:lnTo>
                  <a:pt x="2781037" y="830709"/>
                </a:lnTo>
                <a:lnTo>
                  <a:pt x="2800049" y="872006"/>
                </a:lnTo>
                <a:lnTo>
                  <a:pt x="2817804" y="913983"/>
                </a:lnTo>
                <a:lnTo>
                  <a:pt x="2834276" y="956616"/>
                </a:lnTo>
                <a:lnTo>
                  <a:pt x="2849443" y="999880"/>
                </a:lnTo>
                <a:lnTo>
                  <a:pt x="2863279" y="1043752"/>
                </a:lnTo>
                <a:lnTo>
                  <a:pt x="2875761" y="1088208"/>
                </a:lnTo>
                <a:lnTo>
                  <a:pt x="2886865" y="1133223"/>
                </a:lnTo>
                <a:lnTo>
                  <a:pt x="2896566" y="1178774"/>
                </a:lnTo>
                <a:lnTo>
                  <a:pt x="2904841" y="1224836"/>
                </a:lnTo>
                <a:lnTo>
                  <a:pt x="2911666" y="1271385"/>
                </a:lnTo>
                <a:lnTo>
                  <a:pt x="2917015" y="1318397"/>
                </a:lnTo>
                <a:lnTo>
                  <a:pt x="2920866" y="1365849"/>
                </a:lnTo>
                <a:lnTo>
                  <a:pt x="2923195" y="1413715"/>
                </a:lnTo>
                <a:lnTo>
                  <a:pt x="2923976" y="1461973"/>
                </a:lnTo>
                <a:lnTo>
                  <a:pt x="2923195" y="1510232"/>
                </a:lnTo>
                <a:lnTo>
                  <a:pt x="2920866" y="1558100"/>
                </a:lnTo>
                <a:lnTo>
                  <a:pt x="2917015" y="1605553"/>
                </a:lnTo>
                <a:lnTo>
                  <a:pt x="2911666" y="1652567"/>
                </a:lnTo>
                <a:lnTo>
                  <a:pt x="2904841" y="1699117"/>
                </a:lnTo>
                <a:lnTo>
                  <a:pt x="2896566" y="1745180"/>
                </a:lnTo>
                <a:lnTo>
                  <a:pt x="2886865" y="1790732"/>
                </a:lnTo>
                <a:lnTo>
                  <a:pt x="2875761" y="1835748"/>
                </a:lnTo>
                <a:lnTo>
                  <a:pt x="2863279" y="1880204"/>
                </a:lnTo>
                <a:lnTo>
                  <a:pt x="2849443" y="1924077"/>
                </a:lnTo>
                <a:lnTo>
                  <a:pt x="2834276" y="1967342"/>
                </a:lnTo>
                <a:lnTo>
                  <a:pt x="2817804" y="2009975"/>
                </a:lnTo>
                <a:lnTo>
                  <a:pt x="2800049" y="2051952"/>
                </a:lnTo>
                <a:lnTo>
                  <a:pt x="2781037" y="2093249"/>
                </a:lnTo>
                <a:lnTo>
                  <a:pt x="2760791" y="2133842"/>
                </a:lnTo>
                <a:lnTo>
                  <a:pt x="2739335" y="2173707"/>
                </a:lnTo>
                <a:lnTo>
                  <a:pt x="2716693" y="2212820"/>
                </a:lnTo>
                <a:lnTo>
                  <a:pt x="2692890" y="2251156"/>
                </a:lnTo>
                <a:lnTo>
                  <a:pt x="2667949" y="2288692"/>
                </a:lnTo>
                <a:lnTo>
                  <a:pt x="2641895" y="2325404"/>
                </a:lnTo>
                <a:lnTo>
                  <a:pt x="2614752" y="2361267"/>
                </a:lnTo>
                <a:lnTo>
                  <a:pt x="2586543" y="2396257"/>
                </a:lnTo>
                <a:lnTo>
                  <a:pt x="2557293" y="2430351"/>
                </a:lnTo>
                <a:lnTo>
                  <a:pt x="2527027" y="2463523"/>
                </a:lnTo>
                <a:lnTo>
                  <a:pt x="2495767" y="2495751"/>
                </a:lnTo>
                <a:lnTo>
                  <a:pt x="2463538" y="2527010"/>
                </a:lnTo>
                <a:lnTo>
                  <a:pt x="2430364" y="2557276"/>
                </a:lnTo>
                <a:lnTo>
                  <a:pt x="2396269" y="2586525"/>
                </a:lnTo>
                <a:lnTo>
                  <a:pt x="2361278" y="2614733"/>
                </a:lnTo>
                <a:lnTo>
                  <a:pt x="2325414" y="2641876"/>
                </a:lnTo>
                <a:lnTo>
                  <a:pt x="2288702" y="2667929"/>
                </a:lnTo>
                <a:lnTo>
                  <a:pt x="2251165" y="2692869"/>
                </a:lnTo>
                <a:lnTo>
                  <a:pt x="2212828" y="2716671"/>
                </a:lnTo>
                <a:lnTo>
                  <a:pt x="2173715" y="2739312"/>
                </a:lnTo>
                <a:lnTo>
                  <a:pt x="2133849" y="2760767"/>
                </a:lnTo>
                <a:lnTo>
                  <a:pt x="2093255" y="2781012"/>
                </a:lnTo>
                <a:lnTo>
                  <a:pt x="2051957" y="2800024"/>
                </a:lnTo>
                <a:lnTo>
                  <a:pt x="2009979" y="2817778"/>
                </a:lnTo>
                <a:lnTo>
                  <a:pt x="1967346" y="2834250"/>
                </a:lnTo>
                <a:lnTo>
                  <a:pt x="1924080" y="2849415"/>
                </a:lnTo>
                <a:lnTo>
                  <a:pt x="1880207" y="2863251"/>
                </a:lnTo>
                <a:lnTo>
                  <a:pt x="1835750" y="2875733"/>
                </a:lnTo>
                <a:lnTo>
                  <a:pt x="1790733" y="2886836"/>
                </a:lnTo>
                <a:lnTo>
                  <a:pt x="1745181" y="2896537"/>
                </a:lnTo>
                <a:lnTo>
                  <a:pt x="1699118" y="2904812"/>
                </a:lnTo>
                <a:lnTo>
                  <a:pt x="1652567" y="2911636"/>
                </a:lnTo>
                <a:lnTo>
                  <a:pt x="1605553" y="2916985"/>
                </a:lnTo>
                <a:lnTo>
                  <a:pt x="1558100" y="2920836"/>
                </a:lnTo>
                <a:lnTo>
                  <a:pt x="1510232" y="2923164"/>
                </a:lnTo>
                <a:lnTo>
                  <a:pt x="1461973" y="2923946"/>
                </a:lnTo>
                <a:close/>
              </a:path>
            </a:pathLst>
          </a:custGeom>
          <a:solidFill>
            <a:srgbClr val="58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611960" y="4464049"/>
            <a:ext cx="1898650" cy="699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2630"/>
              </a:lnSpc>
              <a:spcBef>
                <a:spcPts val="135"/>
              </a:spcBef>
            </a:pPr>
            <a:r>
              <a:rPr sz="2200" spc="95" dirty="0">
                <a:solidFill>
                  <a:srgbClr val="F0EDEC"/>
                </a:solidFill>
                <a:latin typeface="Tahoma"/>
                <a:cs typeface="Tahoma"/>
              </a:rPr>
              <a:t>INTERACTIVE</a:t>
            </a:r>
            <a:endParaRPr sz="2200">
              <a:latin typeface="Tahoma"/>
              <a:cs typeface="Tahoma"/>
            </a:endParaRPr>
          </a:p>
          <a:p>
            <a:pPr algn="ctr">
              <a:lnSpc>
                <a:spcPts val="2630"/>
              </a:lnSpc>
            </a:pPr>
            <a:r>
              <a:rPr sz="2200" spc="-25" dirty="0">
                <a:solidFill>
                  <a:srgbClr val="F0EDEC"/>
                </a:solidFill>
                <a:latin typeface="Tahoma"/>
                <a:cs typeface="Tahoma"/>
              </a:rPr>
              <a:t>q&amp;A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588" y="2263345"/>
            <a:ext cx="6295390" cy="20066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  <a:tabLst>
                <a:tab pos="2377440" algn="l"/>
              </a:tabLst>
            </a:pPr>
            <a:r>
              <a:rPr sz="2800" b="1" spc="160" dirty="0">
                <a:solidFill>
                  <a:srgbClr val="FF3131"/>
                </a:solidFill>
                <a:latin typeface="Calibri"/>
                <a:cs typeface="Calibri"/>
              </a:rPr>
              <a:t>“MANIFESTO</a:t>
            </a:r>
            <a:r>
              <a:rPr sz="2800" b="1" dirty="0">
                <a:solidFill>
                  <a:srgbClr val="FF3131"/>
                </a:solidFill>
                <a:latin typeface="Calibri"/>
                <a:cs typeface="Calibri"/>
              </a:rPr>
              <a:t>	</a:t>
            </a:r>
            <a:r>
              <a:rPr sz="2800" b="1" spc="215" dirty="0">
                <a:solidFill>
                  <a:srgbClr val="FF3131"/>
                </a:solidFill>
                <a:latin typeface="Calibri"/>
                <a:cs typeface="Calibri"/>
              </a:rPr>
              <a:t>NEPAL”</a:t>
            </a:r>
            <a:endParaRPr sz="2800">
              <a:latin typeface="Calibri"/>
              <a:cs typeface="Calibri"/>
            </a:endParaRPr>
          </a:p>
          <a:p>
            <a:pPr marL="12700" marR="5080" algn="ctr">
              <a:lnSpc>
                <a:spcPct val="116100"/>
              </a:lnSpc>
              <a:tabLst>
                <a:tab pos="661035" algn="l"/>
                <a:tab pos="1309370" algn="l"/>
                <a:tab pos="1741805" algn="l"/>
                <a:tab pos="2174240" algn="l"/>
                <a:tab pos="3039110" algn="l"/>
                <a:tab pos="3471545" algn="l"/>
                <a:tab pos="4335780" algn="l"/>
                <a:tab pos="5417185" algn="l"/>
              </a:tabLst>
            </a:pPr>
            <a:r>
              <a:rPr sz="2800" spc="320" dirty="0">
                <a:solidFill>
                  <a:srgbClr val="585757"/>
                </a:solidFill>
                <a:latin typeface="Tahoma"/>
                <a:cs typeface="Tahoma"/>
              </a:rPr>
              <a:t>IT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360" dirty="0">
                <a:solidFill>
                  <a:srgbClr val="585757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585757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165" dirty="0">
                <a:solidFill>
                  <a:srgbClr val="585757"/>
                </a:solidFill>
                <a:latin typeface="Tahoma"/>
                <a:cs typeface="Tahoma"/>
              </a:rPr>
              <a:t>DIGITAL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PLATFORM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585757"/>
                </a:solidFill>
                <a:latin typeface="Tahoma"/>
                <a:cs typeface="Tahoma"/>
              </a:rPr>
              <a:t>THAT </a:t>
            </a:r>
            <a:r>
              <a:rPr sz="2800" spc="225" dirty="0">
                <a:solidFill>
                  <a:srgbClr val="585757"/>
                </a:solidFill>
                <a:latin typeface="Tahoma"/>
                <a:cs typeface="Tahoma"/>
              </a:rPr>
              <a:t>PRE-</a:t>
            </a:r>
            <a:r>
              <a:rPr sz="2800" spc="-20" dirty="0">
                <a:solidFill>
                  <a:srgbClr val="585757"/>
                </a:solidFill>
                <a:latin typeface="Tahoma"/>
                <a:cs typeface="Tahoma"/>
              </a:rPr>
              <a:t>LOADS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180" dirty="0">
                <a:solidFill>
                  <a:srgbClr val="585757"/>
                </a:solidFill>
                <a:latin typeface="Tahoma"/>
                <a:cs typeface="Tahoma"/>
              </a:rPr>
              <a:t>ALL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MAJOR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260" dirty="0">
                <a:solidFill>
                  <a:srgbClr val="585757"/>
                </a:solidFill>
                <a:latin typeface="Tahoma"/>
                <a:cs typeface="Tahoma"/>
              </a:rPr>
              <a:t>PARTIES’ </a:t>
            </a:r>
            <a:r>
              <a:rPr sz="2800" spc="95" dirty="0">
                <a:solidFill>
                  <a:srgbClr val="585757"/>
                </a:solidFill>
                <a:latin typeface="Tahoma"/>
                <a:cs typeface="Tahoma"/>
              </a:rPr>
              <a:t>MANIFESTOS.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242" y="4739844"/>
            <a:ext cx="7160259" cy="3987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4885" marR="977900" algn="ctr">
              <a:lnSpc>
                <a:spcPct val="116100"/>
              </a:lnSpc>
              <a:spcBef>
                <a:spcPts val="90"/>
              </a:spcBef>
              <a:tabLst>
                <a:tab pos="2282190" algn="l"/>
                <a:tab pos="3147060" algn="l"/>
                <a:tab pos="4011929" algn="l"/>
              </a:tabLst>
            </a:pP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USERS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585757"/>
                </a:solidFill>
                <a:latin typeface="Tahoma"/>
                <a:cs typeface="Tahoma"/>
              </a:rPr>
              <a:t>CAN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35" dirty="0">
                <a:solidFill>
                  <a:srgbClr val="585757"/>
                </a:solidFill>
                <a:latin typeface="Tahoma"/>
                <a:cs typeface="Tahoma"/>
              </a:rPr>
              <a:t>ASK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445" dirty="0">
                <a:solidFill>
                  <a:srgbClr val="585757"/>
                </a:solidFill>
                <a:latin typeface="Tahoma"/>
                <a:cs typeface="Tahoma"/>
              </a:rPr>
              <a:t>AI-</a:t>
            </a:r>
            <a:r>
              <a:rPr sz="2800" spc="-140" dirty="0">
                <a:solidFill>
                  <a:srgbClr val="585757"/>
                </a:solidFill>
                <a:latin typeface="Tahoma"/>
                <a:cs typeface="Tahoma"/>
              </a:rPr>
              <a:t>POWERED </a:t>
            </a:r>
            <a:r>
              <a:rPr lang="en-GB" sz="2800" spc="50" dirty="0">
                <a:solidFill>
                  <a:srgbClr val="585757"/>
                </a:solidFill>
                <a:latin typeface="Tahoma"/>
                <a:cs typeface="Tahoma"/>
              </a:rPr>
              <a:t>Q</a:t>
            </a:r>
            <a:r>
              <a:rPr sz="2800" spc="50" dirty="0">
                <a:solidFill>
                  <a:srgbClr val="585757"/>
                </a:solidFill>
                <a:latin typeface="Tahoma"/>
                <a:cs typeface="Tahoma"/>
              </a:rPr>
              <a:t>UESTIONS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340" dirty="0">
                <a:solidFill>
                  <a:srgbClr val="585757"/>
                </a:solidFill>
                <a:latin typeface="Tahoma"/>
                <a:cs typeface="Tahoma"/>
              </a:rPr>
              <a:t>LIKE:</a:t>
            </a:r>
            <a:endParaRPr sz="2800" dirty="0">
              <a:latin typeface="Tahoma"/>
              <a:cs typeface="Tahoma"/>
            </a:endParaRPr>
          </a:p>
          <a:p>
            <a:pPr marL="336550" marR="328930" algn="ctr">
              <a:lnSpc>
                <a:spcPct val="116100"/>
              </a:lnSpc>
              <a:tabLst>
                <a:tab pos="1633855" algn="l"/>
                <a:tab pos="2714625" algn="l"/>
                <a:tab pos="3795395" algn="l"/>
                <a:tab pos="5092700" algn="l"/>
                <a:tab pos="6173470" algn="l"/>
              </a:tabLst>
            </a:pP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“WHAT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585757"/>
                </a:solidFill>
                <a:latin typeface="Tahoma"/>
                <a:cs typeface="Tahoma"/>
              </a:rPr>
              <a:t>DOES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585757"/>
                </a:solidFill>
                <a:latin typeface="Tahoma"/>
                <a:cs typeface="Tahoma"/>
              </a:rPr>
              <a:t>EACH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PARTY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45" dirty="0">
                <a:solidFill>
                  <a:srgbClr val="585757"/>
                </a:solidFill>
                <a:latin typeface="Tahoma"/>
                <a:cs typeface="Tahoma"/>
              </a:rPr>
              <a:t>PLAN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40" dirty="0">
                <a:solidFill>
                  <a:srgbClr val="585757"/>
                </a:solidFill>
                <a:latin typeface="Tahoma"/>
                <a:cs typeface="Tahoma"/>
              </a:rPr>
              <a:t>FOR 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YOUTH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EMPLOYMENT?”</a:t>
            </a:r>
            <a:endParaRPr sz="2800" dirty="0">
              <a:latin typeface="Tahoma"/>
              <a:cs typeface="Tahoma"/>
            </a:endParaRPr>
          </a:p>
          <a:p>
            <a:pPr marL="553085" marR="545465" algn="ctr">
              <a:lnSpc>
                <a:spcPct val="116100"/>
              </a:lnSpc>
              <a:tabLst>
                <a:tab pos="2066289" algn="l"/>
                <a:tab pos="2282190" algn="l"/>
                <a:tab pos="3362960" algn="l"/>
                <a:tab pos="5092700" algn="l"/>
                <a:tab pos="6173470" algn="l"/>
              </a:tabLst>
            </a:pP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“WHICH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585757"/>
                </a:solidFill>
                <a:latin typeface="Tahoma"/>
                <a:cs typeface="Tahoma"/>
              </a:rPr>
              <a:t>PARTY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FOCUSES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585757"/>
                </a:solidFill>
                <a:latin typeface="Tahoma"/>
                <a:cs typeface="Tahoma"/>
              </a:rPr>
              <a:t>MOST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45" dirty="0">
                <a:solidFill>
                  <a:srgbClr val="585757"/>
                </a:solidFill>
                <a:latin typeface="Tahoma"/>
                <a:cs typeface="Tahoma"/>
              </a:rPr>
              <a:t>ON </a:t>
            </a:r>
            <a:r>
              <a:rPr sz="2800" spc="-65" dirty="0">
                <a:solidFill>
                  <a:srgbClr val="585757"/>
                </a:solidFill>
                <a:latin typeface="Tahoma"/>
                <a:cs typeface="Tahoma"/>
              </a:rPr>
              <a:t>WOMEN’S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155" dirty="0">
                <a:solidFill>
                  <a:srgbClr val="585757"/>
                </a:solidFill>
                <a:latin typeface="Tahoma"/>
                <a:cs typeface="Tahoma"/>
              </a:rPr>
              <a:t>RIGHTS?”</a:t>
            </a:r>
            <a:endParaRPr sz="2800" dirty="0">
              <a:latin typeface="Tahoma"/>
              <a:cs typeface="Tahoma"/>
            </a:endParaRPr>
          </a:p>
          <a:p>
            <a:pPr marL="12065" marR="5080" algn="ctr">
              <a:lnSpc>
                <a:spcPct val="116100"/>
              </a:lnSpc>
              <a:tabLst>
                <a:tab pos="876935" algn="l"/>
                <a:tab pos="2390140" algn="l"/>
                <a:tab pos="2606675" algn="l"/>
                <a:tab pos="3471545" algn="l"/>
                <a:tab pos="4552315" algn="l"/>
              </a:tabLst>
            </a:pPr>
            <a:r>
              <a:rPr sz="2800" spc="-25" dirty="0">
                <a:solidFill>
                  <a:srgbClr val="585757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SYSTEM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585757"/>
                </a:solidFill>
                <a:latin typeface="Tahoma"/>
                <a:cs typeface="Tahoma"/>
              </a:rPr>
              <a:t>GENERATES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270" dirty="0">
                <a:solidFill>
                  <a:srgbClr val="585757"/>
                </a:solidFill>
                <a:latin typeface="Tahoma"/>
                <a:cs typeface="Tahoma"/>
              </a:rPr>
              <a:t>SIDE-</a:t>
            </a:r>
            <a:r>
              <a:rPr sz="2800" spc="265" dirty="0">
                <a:solidFill>
                  <a:srgbClr val="585757"/>
                </a:solidFill>
                <a:latin typeface="Tahoma"/>
                <a:cs typeface="Tahoma"/>
              </a:rPr>
              <a:t>BY-</a:t>
            </a:r>
            <a:r>
              <a:rPr sz="2800" spc="145" dirty="0">
                <a:solidFill>
                  <a:srgbClr val="585757"/>
                </a:solidFill>
                <a:latin typeface="Tahoma"/>
                <a:cs typeface="Tahoma"/>
              </a:rPr>
              <a:t>SIDE </a:t>
            </a:r>
            <a:r>
              <a:rPr sz="2800" spc="-20" dirty="0">
                <a:solidFill>
                  <a:srgbClr val="585757"/>
                </a:solidFill>
                <a:latin typeface="Tahoma"/>
                <a:cs typeface="Tahoma"/>
              </a:rPr>
              <a:t>COMPARISONS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585757"/>
                </a:solidFill>
                <a:latin typeface="Tahoma"/>
                <a:cs typeface="Tahoma"/>
              </a:rPr>
              <a:t>FOR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60" dirty="0">
                <a:solidFill>
                  <a:srgbClr val="585757"/>
                </a:solidFill>
                <a:latin typeface="Tahoma"/>
                <a:cs typeface="Tahoma"/>
              </a:rPr>
              <a:t>EASY</a:t>
            </a:r>
            <a:r>
              <a:rPr sz="2800" dirty="0">
                <a:solidFill>
                  <a:srgbClr val="585757"/>
                </a:solidFill>
                <a:latin typeface="Tahoma"/>
                <a:cs typeface="Tahoma"/>
              </a:rPr>
              <a:t>	</a:t>
            </a:r>
            <a:r>
              <a:rPr sz="2800" spc="204" dirty="0">
                <a:solidFill>
                  <a:srgbClr val="585757"/>
                </a:solidFill>
                <a:latin typeface="Tahoma"/>
                <a:cs typeface="Tahoma"/>
              </a:rPr>
              <a:t>ANALYSIS.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77612" y="315968"/>
            <a:ext cx="3965575" cy="1088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00" dirty="0"/>
              <a:t>SOLUTION</a:t>
            </a:r>
          </a:p>
        </p:txBody>
      </p:sp>
      <p:sp>
        <p:nvSpPr>
          <p:cNvPr id="11" name="object 11"/>
          <p:cNvSpPr/>
          <p:nvPr/>
        </p:nvSpPr>
        <p:spPr>
          <a:xfrm>
            <a:off x="7978626" y="4792369"/>
            <a:ext cx="2924175" cy="2924175"/>
          </a:xfrm>
          <a:custGeom>
            <a:avLst/>
            <a:gdLst/>
            <a:ahLst/>
            <a:cxnLst/>
            <a:rect l="l" t="t" r="r" b="b"/>
            <a:pathLst>
              <a:path w="2924175" h="2924175">
                <a:moveTo>
                  <a:pt x="1461973" y="2923976"/>
                </a:moveTo>
                <a:lnTo>
                  <a:pt x="1413715" y="2923195"/>
                </a:lnTo>
                <a:lnTo>
                  <a:pt x="1365849" y="2920866"/>
                </a:lnTo>
                <a:lnTo>
                  <a:pt x="1318397" y="2917015"/>
                </a:lnTo>
                <a:lnTo>
                  <a:pt x="1271385" y="2911666"/>
                </a:lnTo>
                <a:lnTo>
                  <a:pt x="1224836" y="2904841"/>
                </a:lnTo>
                <a:lnTo>
                  <a:pt x="1178774" y="2896566"/>
                </a:lnTo>
                <a:lnTo>
                  <a:pt x="1133223" y="2886865"/>
                </a:lnTo>
                <a:lnTo>
                  <a:pt x="1088208" y="2875761"/>
                </a:lnTo>
                <a:lnTo>
                  <a:pt x="1043752" y="2863279"/>
                </a:lnTo>
                <a:lnTo>
                  <a:pt x="999880" y="2849443"/>
                </a:lnTo>
                <a:lnTo>
                  <a:pt x="956616" y="2834276"/>
                </a:lnTo>
                <a:lnTo>
                  <a:pt x="913983" y="2817804"/>
                </a:lnTo>
                <a:lnTo>
                  <a:pt x="872006" y="2800049"/>
                </a:lnTo>
                <a:lnTo>
                  <a:pt x="830709" y="2781037"/>
                </a:lnTo>
                <a:lnTo>
                  <a:pt x="790116" y="2760791"/>
                </a:lnTo>
                <a:lnTo>
                  <a:pt x="750252" y="2739335"/>
                </a:lnTo>
                <a:lnTo>
                  <a:pt x="711139" y="2716693"/>
                </a:lnTo>
                <a:lnTo>
                  <a:pt x="672802" y="2692890"/>
                </a:lnTo>
                <a:lnTo>
                  <a:pt x="635266" y="2667949"/>
                </a:lnTo>
                <a:lnTo>
                  <a:pt x="598555" y="2641895"/>
                </a:lnTo>
                <a:lnTo>
                  <a:pt x="562692" y="2614752"/>
                </a:lnTo>
                <a:lnTo>
                  <a:pt x="527701" y="2586543"/>
                </a:lnTo>
                <a:lnTo>
                  <a:pt x="493607" y="2557293"/>
                </a:lnTo>
                <a:lnTo>
                  <a:pt x="460434" y="2527027"/>
                </a:lnTo>
                <a:lnTo>
                  <a:pt x="428205" y="2495767"/>
                </a:lnTo>
                <a:lnTo>
                  <a:pt x="396946" y="2463538"/>
                </a:lnTo>
                <a:lnTo>
                  <a:pt x="366679" y="2430364"/>
                </a:lnTo>
                <a:lnTo>
                  <a:pt x="337430" y="2396269"/>
                </a:lnTo>
                <a:lnTo>
                  <a:pt x="309222" y="2361278"/>
                </a:lnTo>
                <a:lnTo>
                  <a:pt x="282078" y="2325414"/>
                </a:lnTo>
                <a:lnTo>
                  <a:pt x="256025" y="2288702"/>
                </a:lnTo>
                <a:lnTo>
                  <a:pt x="231084" y="2251165"/>
                </a:lnTo>
                <a:lnTo>
                  <a:pt x="207281" y="2212828"/>
                </a:lnTo>
                <a:lnTo>
                  <a:pt x="184640" y="2173715"/>
                </a:lnTo>
                <a:lnTo>
                  <a:pt x="163184" y="2133849"/>
                </a:lnTo>
                <a:lnTo>
                  <a:pt x="142938" y="2093255"/>
                </a:lnTo>
                <a:lnTo>
                  <a:pt x="123926" y="2051957"/>
                </a:lnTo>
                <a:lnTo>
                  <a:pt x="106172" y="2009979"/>
                </a:lnTo>
                <a:lnTo>
                  <a:pt x="89699" y="1967346"/>
                </a:lnTo>
                <a:lnTo>
                  <a:pt x="74533" y="1924080"/>
                </a:lnTo>
                <a:lnTo>
                  <a:pt x="60697" y="1880207"/>
                </a:lnTo>
                <a:lnTo>
                  <a:pt x="48215" y="1835750"/>
                </a:lnTo>
                <a:lnTo>
                  <a:pt x="37111" y="1790733"/>
                </a:lnTo>
                <a:lnTo>
                  <a:pt x="27409" y="1745181"/>
                </a:lnTo>
                <a:lnTo>
                  <a:pt x="19135" y="1699118"/>
                </a:lnTo>
                <a:lnTo>
                  <a:pt x="12310" y="1652567"/>
                </a:lnTo>
                <a:lnTo>
                  <a:pt x="6960" y="1605553"/>
                </a:lnTo>
                <a:lnTo>
                  <a:pt x="3109" y="1558100"/>
                </a:lnTo>
                <a:lnTo>
                  <a:pt x="781" y="1510232"/>
                </a:lnTo>
                <a:lnTo>
                  <a:pt x="0" y="1461973"/>
                </a:lnTo>
                <a:lnTo>
                  <a:pt x="781" y="1413715"/>
                </a:lnTo>
                <a:lnTo>
                  <a:pt x="3109" y="1365849"/>
                </a:lnTo>
                <a:lnTo>
                  <a:pt x="6960" y="1318397"/>
                </a:lnTo>
                <a:lnTo>
                  <a:pt x="12310" y="1271385"/>
                </a:lnTo>
                <a:lnTo>
                  <a:pt x="19135" y="1224836"/>
                </a:lnTo>
                <a:lnTo>
                  <a:pt x="27409" y="1178774"/>
                </a:lnTo>
                <a:lnTo>
                  <a:pt x="37111" y="1133223"/>
                </a:lnTo>
                <a:lnTo>
                  <a:pt x="48215" y="1088208"/>
                </a:lnTo>
                <a:lnTo>
                  <a:pt x="60697" y="1043752"/>
                </a:lnTo>
                <a:lnTo>
                  <a:pt x="74533" y="999880"/>
                </a:lnTo>
                <a:lnTo>
                  <a:pt x="89699" y="956616"/>
                </a:lnTo>
                <a:lnTo>
                  <a:pt x="106172" y="913983"/>
                </a:lnTo>
                <a:lnTo>
                  <a:pt x="123926" y="872006"/>
                </a:lnTo>
                <a:lnTo>
                  <a:pt x="142938" y="830709"/>
                </a:lnTo>
                <a:lnTo>
                  <a:pt x="163184" y="790116"/>
                </a:lnTo>
                <a:lnTo>
                  <a:pt x="184640" y="750252"/>
                </a:lnTo>
                <a:lnTo>
                  <a:pt x="207281" y="711139"/>
                </a:lnTo>
                <a:lnTo>
                  <a:pt x="231084" y="672802"/>
                </a:lnTo>
                <a:lnTo>
                  <a:pt x="256025" y="635266"/>
                </a:lnTo>
                <a:lnTo>
                  <a:pt x="282078" y="598555"/>
                </a:lnTo>
                <a:lnTo>
                  <a:pt x="309222" y="562692"/>
                </a:lnTo>
                <a:lnTo>
                  <a:pt x="337430" y="527701"/>
                </a:lnTo>
                <a:lnTo>
                  <a:pt x="366679" y="493607"/>
                </a:lnTo>
                <a:lnTo>
                  <a:pt x="396946" y="460434"/>
                </a:lnTo>
                <a:lnTo>
                  <a:pt x="428205" y="428205"/>
                </a:lnTo>
                <a:lnTo>
                  <a:pt x="460434" y="396946"/>
                </a:lnTo>
                <a:lnTo>
                  <a:pt x="493607" y="366679"/>
                </a:lnTo>
                <a:lnTo>
                  <a:pt x="527701" y="337430"/>
                </a:lnTo>
                <a:lnTo>
                  <a:pt x="562692" y="309222"/>
                </a:lnTo>
                <a:lnTo>
                  <a:pt x="598555" y="282078"/>
                </a:lnTo>
                <a:lnTo>
                  <a:pt x="635266" y="256025"/>
                </a:lnTo>
                <a:lnTo>
                  <a:pt x="672802" y="231084"/>
                </a:lnTo>
                <a:lnTo>
                  <a:pt x="711139" y="207281"/>
                </a:lnTo>
                <a:lnTo>
                  <a:pt x="750252" y="184640"/>
                </a:lnTo>
                <a:lnTo>
                  <a:pt x="790116" y="163184"/>
                </a:lnTo>
                <a:lnTo>
                  <a:pt x="830709" y="142938"/>
                </a:lnTo>
                <a:lnTo>
                  <a:pt x="872006" y="123926"/>
                </a:lnTo>
                <a:lnTo>
                  <a:pt x="913983" y="106172"/>
                </a:lnTo>
                <a:lnTo>
                  <a:pt x="956616" y="89699"/>
                </a:lnTo>
                <a:lnTo>
                  <a:pt x="999880" y="74533"/>
                </a:lnTo>
                <a:lnTo>
                  <a:pt x="1043752" y="60697"/>
                </a:lnTo>
                <a:lnTo>
                  <a:pt x="1088208" y="48215"/>
                </a:lnTo>
                <a:lnTo>
                  <a:pt x="1133223" y="37111"/>
                </a:lnTo>
                <a:lnTo>
                  <a:pt x="1178774" y="27409"/>
                </a:lnTo>
                <a:lnTo>
                  <a:pt x="1224836" y="19135"/>
                </a:lnTo>
                <a:lnTo>
                  <a:pt x="1271385" y="12310"/>
                </a:lnTo>
                <a:lnTo>
                  <a:pt x="1318397" y="6960"/>
                </a:lnTo>
                <a:lnTo>
                  <a:pt x="1365849" y="3109"/>
                </a:lnTo>
                <a:lnTo>
                  <a:pt x="1413715" y="781"/>
                </a:lnTo>
                <a:lnTo>
                  <a:pt x="1461973" y="0"/>
                </a:lnTo>
                <a:lnTo>
                  <a:pt x="1510230" y="781"/>
                </a:lnTo>
                <a:lnTo>
                  <a:pt x="1558097" y="3109"/>
                </a:lnTo>
                <a:lnTo>
                  <a:pt x="1605548" y="6960"/>
                </a:lnTo>
                <a:lnTo>
                  <a:pt x="1652561" y="12310"/>
                </a:lnTo>
                <a:lnTo>
                  <a:pt x="1699110" y="19135"/>
                </a:lnTo>
                <a:lnTo>
                  <a:pt x="1745172" y="27409"/>
                </a:lnTo>
                <a:lnTo>
                  <a:pt x="1790722" y="37111"/>
                </a:lnTo>
                <a:lnTo>
                  <a:pt x="1835738" y="48215"/>
                </a:lnTo>
                <a:lnTo>
                  <a:pt x="1880193" y="60697"/>
                </a:lnTo>
                <a:lnTo>
                  <a:pt x="1924065" y="74533"/>
                </a:lnTo>
                <a:lnTo>
                  <a:pt x="1967330" y="89699"/>
                </a:lnTo>
                <a:lnTo>
                  <a:pt x="2009962" y="106172"/>
                </a:lnTo>
                <a:lnTo>
                  <a:pt x="2051939" y="123926"/>
                </a:lnTo>
                <a:lnTo>
                  <a:pt x="2093236" y="142938"/>
                </a:lnTo>
                <a:lnTo>
                  <a:pt x="2133829" y="163184"/>
                </a:lnTo>
                <a:lnTo>
                  <a:pt x="2173694" y="184640"/>
                </a:lnTo>
                <a:lnTo>
                  <a:pt x="2212806" y="207281"/>
                </a:lnTo>
                <a:lnTo>
                  <a:pt x="2251143" y="231084"/>
                </a:lnTo>
                <a:lnTo>
                  <a:pt x="2288679" y="256025"/>
                </a:lnTo>
                <a:lnTo>
                  <a:pt x="2325391" y="282078"/>
                </a:lnTo>
                <a:lnTo>
                  <a:pt x="2361254" y="309222"/>
                </a:lnTo>
                <a:lnTo>
                  <a:pt x="2396244" y="337430"/>
                </a:lnTo>
                <a:lnTo>
                  <a:pt x="2430338" y="366679"/>
                </a:lnTo>
                <a:lnTo>
                  <a:pt x="2463511" y="396946"/>
                </a:lnTo>
                <a:lnTo>
                  <a:pt x="2495740" y="428205"/>
                </a:lnTo>
                <a:lnTo>
                  <a:pt x="2526999" y="460434"/>
                </a:lnTo>
                <a:lnTo>
                  <a:pt x="2557266" y="493607"/>
                </a:lnTo>
                <a:lnTo>
                  <a:pt x="2586515" y="527701"/>
                </a:lnTo>
                <a:lnTo>
                  <a:pt x="2614724" y="562692"/>
                </a:lnTo>
                <a:lnTo>
                  <a:pt x="2641867" y="598555"/>
                </a:lnTo>
                <a:lnTo>
                  <a:pt x="2667921" y="635266"/>
                </a:lnTo>
                <a:lnTo>
                  <a:pt x="2692861" y="672802"/>
                </a:lnTo>
                <a:lnTo>
                  <a:pt x="2716664" y="711139"/>
                </a:lnTo>
                <a:lnTo>
                  <a:pt x="2739305" y="750252"/>
                </a:lnTo>
                <a:lnTo>
                  <a:pt x="2760761" y="790116"/>
                </a:lnTo>
                <a:lnTo>
                  <a:pt x="2781007" y="830709"/>
                </a:lnTo>
                <a:lnTo>
                  <a:pt x="2800019" y="872006"/>
                </a:lnTo>
                <a:lnTo>
                  <a:pt x="2817774" y="913983"/>
                </a:lnTo>
                <a:lnTo>
                  <a:pt x="2834246" y="956616"/>
                </a:lnTo>
                <a:lnTo>
                  <a:pt x="2849412" y="999880"/>
                </a:lnTo>
                <a:lnTo>
                  <a:pt x="2863249" y="1043752"/>
                </a:lnTo>
                <a:lnTo>
                  <a:pt x="2875731" y="1088208"/>
                </a:lnTo>
                <a:lnTo>
                  <a:pt x="2886834" y="1133223"/>
                </a:lnTo>
                <a:lnTo>
                  <a:pt x="2896536" y="1178774"/>
                </a:lnTo>
                <a:lnTo>
                  <a:pt x="2904811" y="1224836"/>
                </a:lnTo>
                <a:lnTo>
                  <a:pt x="2911635" y="1271385"/>
                </a:lnTo>
                <a:lnTo>
                  <a:pt x="2916985" y="1318397"/>
                </a:lnTo>
                <a:lnTo>
                  <a:pt x="2920836" y="1365849"/>
                </a:lnTo>
                <a:lnTo>
                  <a:pt x="2923164" y="1413715"/>
                </a:lnTo>
                <a:lnTo>
                  <a:pt x="2923946" y="1461973"/>
                </a:lnTo>
                <a:lnTo>
                  <a:pt x="2923164" y="1510232"/>
                </a:lnTo>
                <a:lnTo>
                  <a:pt x="2920836" y="1558100"/>
                </a:lnTo>
                <a:lnTo>
                  <a:pt x="2916985" y="1605553"/>
                </a:lnTo>
                <a:lnTo>
                  <a:pt x="2911635" y="1652567"/>
                </a:lnTo>
                <a:lnTo>
                  <a:pt x="2904811" y="1699118"/>
                </a:lnTo>
                <a:lnTo>
                  <a:pt x="2896536" y="1745181"/>
                </a:lnTo>
                <a:lnTo>
                  <a:pt x="2886834" y="1790733"/>
                </a:lnTo>
                <a:lnTo>
                  <a:pt x="2875731" y="1835750"/>
                </a:lnTo>
                <a:lnTo>
                  <a:pt x="2863249" y="1880207"/>
                </a:lnTo>
                <a:lnTo>
                  <a:pt x="2849412" y="1924080"/>
                </a:lnTo>
                <a:lnTo>
                  <a:pt x="2834246" y="1967346"/>
                </a:lnTo>
                <a:lnTo>
                  <a:pt x="2817774" y="2009979"/>
                </a:lnTo>
                <a:lnTo>
                  <a:pt x="2800019" y="2051957"/>
                </a:lnTo>
                <a:lnTo>
                  <a:pt x="2781007" y="2093255"/>
                </a:lnTo>
                <a:lnTo>
                  <a:pt x="2760761" y="2133849"/>
                </a:lnTo>
                <a:lnTo>
                  <a:pt x="2739305" y="2173715"/>
                </a:lnTo>
                <a:lnTo>
                  <a:pt x="2716664" y="2212828"/>
                </a:lnTo>
                <a:lnTo>
                  <a:pt x="2692861" y="2251165"/>
                </a:lnTo>
                <a:lnTo>
                  <a:pt x="2667921" y="2288702"/>
                </a:lnTo>
                <a:lnTo>
                  <a:pt x="2641867" y="2325414"/>
                </a:lnTo>
                <a:lnTo>
                  <a:pt x="2614724" y="2361278"/>
                </a:lnTo>
                <a:lnTo>
                  <a:pt x="2586515" y="2396269"/>
                </a:lnTo>
                <a:lnTo>
                  <a:pt x="2557266" y="2430364"/>
                </a:lnTo>
                <a:lnTo>
                  <a:pt x="2526999" y="2463538"/>
                </a:lnTo>
                <a:lnTo>
                  <a:pt x="2495740" y="2495767"/>
                </a:lnTo>
                <a:lnTo>
                  <a:pt x="2463511" y="2527027"/>
                </a:lnTo>
                <a:lnTo>
                  <a:pt x="2430338" y="2557293"/>
                </a:lnTo>
                <a:lnTo>
                  <a:pt x="2396244" y="2586543"/>
                </a:lnTo>
                <a:lnTo>
                  <a:pt x="2361254" y="2614752"/>
                </a:lnTo>
                <a:lnTo>
                  <a:pt x="2325391" y="2641895"/>
                </a:lnTo>
                <a:lnTo>
                  <a:pt x="2288679" y="2667949"/>
                </a:lnTo>
                <a:lnTo>
                  <a:pt x="2251143" y="2692890"/>
                </a:lnTo>
                <a:lnTo>
                  <a:pt x="2212806" y="2716693"/>
                </a:lnTo>
                <a:lnTo>
                  <a:pt x="2173694" y="2739335"/>
                </a:lnTo>
                <a:lnTo>
                  <a:pt x="2133829" y="2760791"/>
                </a:lnTo>
                <a:lnTo>
                  <a:pt x="2093236" y="2781037"/>
                </a:lnTo>
                <a:lnTo>
                  <a:pt x="2051939" y="2800049"/>
                </a:lnTo>
                <a:lnTo>
                  <a:pt x="2009962" y="2817804"/>
                </a:lnTo>
                <a:lnTo>
                  <a:pt x="1967330" y="2834276"/>
                </a:lnTo>
                <a:lnTo>
                  <a:pt x="1924065" y="2849443"/>
                </a:lnTo>
                <a:lnTo>
                  <a:pt x="1880193" y="2863279"/>
                </a:lnTo>
                <a:lnTo>
                  <a:pt x="1835738" y="2875761"/>
                </a:lnTo>
                <a:lnTo>
                  <a:pt x="1790722" y="2886865"/>
                </a:lnTo>
                <a:lnTo>
                  <a:pt x="1745172" y="2896566"/>
                </a:lnTo>
                <a:lnTo>
                  <a:pt x="1699110" y="2904841"/>
                </a:lnTo>
                <a:lnTo>
                  <a:pt x="1652561" y="2911666"/>
                </a:lnTo>
                <a:lnTo>
                  <a:pt x="1605548" y="2917015"/>
                </a:lnTo>
                <a:lnTo>
                  <a:pt x="1558097" y="2920866"/>
                </a:lnTo>
                <a:lnTo>
                  <a:pt x="1510230" y="2923195"/>
                </a:lnTo>
                <a:lnTo>
                  <a:pt x="1461973" y="2923976"/>
                </a:lnTo>
                <a:close/>
              </a:path>
            </a:pathLst>
          </a:custGeom>
          <a:solidFill>
            <a:srgbClr val="58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46564" y="5781974"/>
            <a:ext cx="1388110" cy="10331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-635" algn="ctr">
              <a:lnSpc>
                <a:spcPts val="2630"/>
              </a:lnSpc>
              <a:spcBef>
                <a:spcPts val="229"/>
              </a:spcBef>
            </a:pPr>
            <a:r>
              <a:rPr sz="2200" spc="-10" dirty="0">
                <a:solidFill>
                  <a:srgbClr val="F0EDEC"/>
                </a:solidFill>
                <a:latin typeface="Tahoma"/>
                <a:cs typeface="Tahoma"/>
              </a:rPr>
              <a:t>KEYWORD SEARCH FUNCTION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78626" y="1679508"/>
            <a:ext cx="2924175" cy="2924175"/>
          </a:xfrm>
          <a:custGeom>
            <a:avLst/>
            <a:gdLst/>
            <a:ahLst/>
            <a:cxnLst/>
            <a:rect l="l" t="t" r="r" b="b"/>
            <a:pathLst>
              <a:path w="2924175" h="2924175">
                <a:moveTo>
                  <a:pt x="1461973" y="2923946"/>
                </a:moveTo>
                <a:lnTo>
                  <a:pt x="1413715" y="2923164"/>
                </a:lnTo>
                <a:lnTo>
                  <a:pt x="1365849" y="2920836"/>
                </a:lnTo>
                <a:lnTo>
                  <a:pt x="1318397" y="2916985"/>
                </a:lnTo>
                <a:lnTo>
                  <a:pt x="1271385" y="2911636"/>
                </a:lnTo>
                <a:lnTo>
                  <a:pt x="1224836" y="2904812"/>
                </a:lnTo>
                <a:lnTo>
                  <a:pt x="1178774" y="2896537"/>
                </a:lnTo>
                <a:lnTo>
                  <a:pt x="1133223" y="2886836"/>
                </a:lnTo>
                <a:lnTo>
                  <a:pt x="1088208" y="2875733"/>
                </a:lnTo>
                <a:lnTo>
                  <a:pt x="1043752" y="2863251"/>
                </a:lnTo>
                <a:lnTo>
                  <a:pt x="999880" y="2849415"/>
                </a:lnTo>
                <a:lnTo>
                  <a:pt x="956616" y="2834250"/>
                </a:lnTo>
                <a:lnTo>
                  <a:pt x="913983" y="2817778"/>
                </a:lnTo>
                <a:lnTo>
                  <a:pt x="872006" y="2800024"/>
                </a:lnTo>
                <a:lnTo>
                  <a:pt x="830709" y="2781012"/>
                </a:lnTo>
                <a:lnTo>
                  <a:pt x="790116" y="2760767"/>
                </a:lnTo>
                <a:lnTo>
                  <a:pt x="750252" y="2739312"/>
                </a:lnTo>
                <a:lnTo>
                  <a:pt x="711139" y="2716671"/>
                </a:lnTo>
                <a:lnTo>
                  <a:pt x="672802" y="2692869"/>
                </a:lnTo>
                <a:lnTo>
                  <a:pt x="635266" y="2667929"/>
                </a:lnTo>
                <a:lnTo>
                  <a:pt x="598555" y="2641876"/>
                </a:lnTo>
                <a:lnTo>
                  <a:pt x="562692" y="2614733"/>
                </a:lnTo>
                <a:lnTo>
                  <a:pt x="527701" y="2586525"/>
                </a:lnTo>
                <a:lnTo>
                  <a:pt x="493607" y="2557276"/>
                </a:lnTo>
                <a:lnTo>
                  <a:pt x="460434" y="2527010"/>
                </a:lnTo>
                <a:lnTo>
                  <a:pt x="428205" y="2495751"/>
                </a:lnTo>
                <a:lnTo>
                  <a:pt x="396946" y="2463523"/>
                </a:lnTo>
                <a:lnTo>
                  <a:pt x="366679" y="2430351"/>
                </a:lnTo>
                <a:lnTo>
                  <a:pt x="337430" y="2396257"/>
                </a:lnTo>
                <a:lnTo>
                  <a:pt x="309222" y="2361267"/>
                </a:lnTo>
                <a:lnTo>
                  <a:pt x="282078" y="2325404"/>
                </a:lnTo>
                <a:lnTo>
                  <a:pt x="256025" y="2288692"/>
                </a:lnTo>
                <a:lnTo>
                  <a:pt x="231084" y="2251156"/>
                </a:lnTo>
                <a:lnTo>
                  <a:pt x="207281" y="2212820"/>
                </a:lnTo>
                <a:lnTo>
                  <a:pt x="184640" y="2173707"/>
                </a:lnTo>
                <a:lnTo>
                  <a:pt x="163184" y="2133842"/>
                </a:lnTo>
                <a:lnTo>
                  <a:pt x="142938" y="2093249"/>
                </a:lnTo>
                <a:lnTo>
                  <a:pt x="123926" y="2051952"/>
                </a:lnTo>
                <a:lnTo>
                  <a:pt x="106172" y="2009975"/>
                </a:lnTo>
                <a:lnTo>
                  <a:pt x="89699" y="1967342"/>
                </a:lnTo>
                <a:lnTo>
                  <a:pt x="74533" y="1924077"/>
                </a:lnTo>
                <a:lnTo>
                  <a:pt x="60697" y="1880204"/>
                </a:lnTo>
                <a:lnTo>
                  <a:pt x="48215" y="1835748"/>
                </a:lnTo>
                <a:lnTo>
                  <a:pt x="37111" y="1790732"/>
                </a:lnTo>
                <a:lnTo>
                  <a:pt x="27409" y="1745180"/>
                </a:lnTo>
                <a:lnTo>
                  <a:pt x="19135" y="1699117"/>
                </a:lnTo>
                <a:lnTo>
                  <a:pt x="12310" y="1652567"/>
                </a:lnTo>
                <a:lnTo>
                  <a:pt x="6960" y="1605553"/>
                </a:lnTo>
                <a:lnTo>
                  <a:pt x="3109" y="1558100"/>
                </a:lnTo>
                <a:lnTo>
                  <a:pt x="781" y="1510232"/>
                </a:lnTo>
                <a:lnTo>
                  <a:pt x="0" y="1461973"/>
                </a:lnTo>
                <a:lnTo>
                  <a:pt x="781" y="1413715"/>
                </a:lnTo>
                <a:lnTo>
                  <a:pt x="3109" y="1365848"/>
                </a:lnTo>
                <a:lnTo>
                  <a:pt x="6960" y="1318396"/>
                </a:lnTo>
                <a:lnTo>
                  <a:pt x="12310" y="1271383"/>
                </a:lnTo>
                <a:lnTo>
                  <a:pt x="19135" y="1224833"/>
                </a:lnTo>
                <a:lnTo>
                  <a:pt x="27409" y="1178771"/>
                </a:lnTo>
                <a:lnTo>
                  <a:pt x="37111" y="1133220"/>
                </a:lnTo>
                <a:lnTo>
                  <a:pt x="48215" y="1088205"/>
                </a:lnTo>
                <a:lnTo>
                  <a:pt x="60697" y="1043749"/>
                </a:lnTo>
                <a:lnTo>
                  <a:pt x="74533" y="999876"/>
                </a:lnTo>
                <a:lnTo>
                  <a:pt x="89699" y="956612"/>
                </a:lnTo>
                <a:lnTo>
                  <a:pt x="106172" y="913979"/>
                </a:lnTo>
                <a:lnTo>
                  <a:pt x="123926" y="872002"/>
                </a:lnTo>
                <a:lnTo>
                  <a:pt x="142938" y="830705"/>
                </a:lnTo>
                <a:lnTo>
                  <a:pt x="163184" y="790112"/>
                </a:lnTo>
                <a:lnTo>
                  <a:pt x="184640" y="750247"/>
                </a:lnTo>
                <a:lnTo>
                  <a:pt x="207281" y="711135"/>
                </a:lnTo>
                <a:lnTo>
                  <a:pt x="231084" y="672798"/>
                </a:lnTo>
                <a:lnTo>
                  <a:pt x="256025" y="635262"/>
                </a:lnTo>
                <a:lnTo>
                  <a:pt x="282078" y="598551"/>
                </a:lnTo>
                <a:lnTo>
                  <a:pt x="309222" y="562688"/>
                </a:lnTo>
                <a:lnTo>
                  <a:pt x="337430" y="527697"/>
                </a:lnTo>
                <a:lnTo>
                  <a:pt x="366679" y="493603"/>
                </a:lnTo>
                <a:lnTo>
                  <a:pt x="396946" y="460430"/>
                </a:lnTo>
                <a:lnTo>
                  <a:pt x="428205" y="428202"/>
                </a:lnTo>
                <a:lnTo>
                  <a:pt x="460434" y="396943"/>
                </a:lnTo>
                <a:lnTo>
                  <a:pt x="493607" y="366676"/>
                </a:lnTo>
                <a:lnTo>
                  <a:pt x="527701" y="337427"/>
                </a:lnTo>
                <a:lnTo>
                  <a:pt x="562692" y="309219"/>
                </a:lnTo>
                <a:lnTo>
                  <a:pt x="598555" y="282076"/>
                </a:lnTo>
                <a:lnTo>
                  <a:pt x="635266" y="256022"/>
                </a:lnTo>
                <a:lnTo>
                  <a:pt x="672802" y="231082"/>
                </a:lnTo>
                <a:lnTo>
                  <a:pt x="711139" y="207279"/>
                </a:lnTo>
                <a:lnTo>
                  <a:pt x="750252" y="184638"/>
                </a:lnTo>
                <a:lnTo>
                  <a:pt x="790116" y="163183"/>
                </a:lnTo>
                <a:lnTo>
                  <a:pt x="830709" y="142937"/>
                </a:lnTo>
                <a:lnTo>
                  <a:pt x="872006" y="123925"/>
                </a:lnTo>
                <a:lnTo>
                  <a:pt x="913983" y="106170"/>
                </a:lnTo>
                <a:lnTo>
                  <a:pt x="956616" y="89698"/>
                </a:lnTo>
                <a:lnTo>
                  <a:pt x="999880" y="74532"/>
                </a:lnTo>
                <a:lnTo>
                  <a:pt x="1043752" y="60696"/>
                </a:lnTo>
                <a:lnTo>
                  <a:pt x="1088208" y="48214"/>
                </a:lnTo>
                <a:lnTo>
                  <a:pt x="1133223" y="37110"/>
                </a:lnTo>
                <a:lnTo>
                  <a:pt x="1178774" y="27409"/>
                </a:lnTo>
                <a:lnTo>
                  <a:pt x="1224836" y="19134"/>
                </a:lnTo>
                <a:lnTo>
                  <a:pt x="1271385" y="12310"/>
                </a:lnTo>
                <a:lnTo>
                  <a:pt x="1318397" y="6960"/>
                </a:lnTo>
                <a:lnTo>
                  <a:pt x="1365849" y="3109"/>
                </a:lnTo>
                <a:lnTo>
                  <a:pt x="1413715" y="781"/>
                </a:lnTo>
                <a:lnTo>
                  <a:pt x="1461973" y="0"/>
                </a:lnTo>
                <a:lnTo>
                  <a:pt x="1510230" y="781"/>
                </a:lnTo>
                <a:lnTo>
                  <a:pt x="1558097" y="3109"/>
                </a:lnTo>
                <a:lnTo>
                  <a:pt x="1605548" y="6960"/>
                </a:lnTo>
                <a:lnTo>
                  <a:pt x="1652561" y="12310"/>
                </a:lnTo>
                <a:lnTo>
                  <a:pt x="1699110" y="19134"/>
                </a:lnTo>
                <a:lnTo>
                  <a:pt x="1745172" y="27409"/>
                </a:lnTo>
                <a:lnTo>
                  <a:pt x="1790722" y="37110"/>
                </a:lnTo>
                <a:lnTo>
                  <a:pt x="1835738" y="48214"/>
                </a:lnTo>
                <a:lnTo>
                  <a:pt x="1880193" y="60696"/>
                </a:lnTo>
                <a:lnTo>
                  <a:pt x="1924065" y="74532"/>
                </a:lnTo>
                <a:lnTo>
                  <a:pt x="1967330" y="89698"/>
                </a:lnTo>
                <a:lnTo>
                  <a:pt x="2009962" y="106170"/>
                </a:lnTo>
                <a:lnTo>
                  <a:pt x="2051939" y="123925"/>
                </a:lnTo>
                <a:lnTo>
                  <a:pt x="2093236" y="142937"/>
                </a:lnTo>
                <a:lnTo>
                  <a:pt x="2133829" y="163183"/>
                </a:lnTo>
                <a:lnTo>
                  <a:pt x="2173694" y="184638"/>
                </a:lnTo>
                <a:lnTo>
                  <a:pt x="2212806" y="207279"/>
                </a:lnTo>
                <a:lnTo>
                  <a:pt x="2251143" y="231082"/>
                </a:lnTo>
                <a:lnTo>
                  <a:pt x="2288679" y="256022"/>
                </a:lnTo>
                <a:lnTo>
                  <a:pt x="2325391" y="282076"/>
                </a:lnTo>
                <a:lnTo>
                  <a:pt x="2361254" y="309219"/>
                </a:lnTo>
                <a:lnTo>
                  <a:pt x="2396244" y="337427"/>
                </a:lnTo>
                <a:lnTo>
                  <a:pt x="2430338" y="366676"/>
                </a:lnTo>
                <a:lnTo>
                  <a:pt x="2463511" y="396943"/>
                </a:lnTo>
                <a:lnTo>
                  <a:pt x="2495740" y="428202"/>
                </a:lnTo>
                <a:lnTo>
                  <a:pt x="2526999" y="460430"/>
                </a:lnTo>
                <a:lnTo>
                  <a:pt x="2557266" y="493603"/>
                </a:lnTo>
                <a:lnTo>
                  <a:pt x="2586515" y="527697"/>
                </a:lnTo>
                <a:lnTo>
                  <a:pt x="2614724" y="562688"/>
                </a:lnTo>
                <a:lnTo>
                  <a:pt x="2641867" y="598551"/>
                </a:lnTo>
                <a:lnTo>
                  <a:pt x="2667921" y="635262"/>
                </a:lnTo>
                <a:lnTo>
                  <a:pt x="2692861" y="672798"/>
                </a:lnTo>
                <a:lnTo>
                  <a:pt x="2716664" y="711135"/>
                </a:lnTo>
                <a:lnTo>
                  <a:pt x="2739305" y="750247"/>
                </a:lnTo>
                <a:lnTo>
                  <a:pt x="2760761" y="790112"/>
                </a:lnTo>
                <a:lnTo>
                  <a:pt x="2781007" y="830705"/>
                </a:lnTo>
                <a:lnTo>
                  <a:pt x="2800019" y="872002"/>
                </a:lnTo>
                <a:lnTo>
                  <a:pt x="2817774" y="913979"/>
                </a:lnTo>
                <a:lnTo>
                  <a:pt x="2834246" y="956612"/>
                </a:lnTo>
                <a:lnTo>
                  <a:pt x="2849412" y="999876"/>
                </a:lnTo>
                <a:lnTo>
                  <a:pt x="2863249" y="1043749"/>
                </a:lnTo>
                <a:lnTo>
                  <a:pt x="2875731" y="1088205"/>
                </a:lnTo>
                <a:lnTo>
                  <a:pt x="2886834" y="1133220"/>
                </a:lnTo>
                <a:lnTo>
                  <a:pt x="2896536" y="1178771"/>
                </a:lnTo>
                <a:lnTo>
                  <a:pt x="2904811" y="1224833"/>
                </a:lnTo>
                <a:lnTo>
                  <a:pt x="2911635" y="1271383"/>
                </a:lnTo>
                <a:lnTo>
                  <a:pt x="2916985" y="1318396"/>
                </a:lnTo>
                <a:lnTo>
                  <a:pt x="2920836" y="1365848"/>
                </a:lnTo>
                <a:lnTo>
                  <a:pt x="2923164" y="1413715"/>
                </a:lnTo>
                <a:lnTo>
                  <a:pt x="2923946" y="1461973"/>
                </a:lnTo>
                <a:lnTo>
                  <a:pt x="2923164" y="1510232"/>
                </a:lnTo>
                <a:lnTo>
                  <a:pt x="2920836" y="1558100"/>
                </a:lnTo>
                <a:lnTo>
                  <a:pt x="2916985" y="1605553"/>
                </a:lnTo>
                <a:lnTo>
                  <a:pt x="2911635" y="1652567"/>
                </a:lnTo>
                <a:lnTo>
                  <a:pt x="2904811" y="1699117"/>
                </a:lnTo>
                <a:lnTo>
                  <a:pt x="2896536" y="1745180"/>
                </a:lnTo>
                <a:lnTo>
                  <a:pt x="2886834" y="1790732"/>
                </a:lnTo>
                <a:lnTo>
                  <a:pt x="2875731" y="1835748"/>
                </a:lnTo>
                <a:lnTo>
                  <a:pt x="2863249" y="1880204"/>
                </a:lnTo>
                <a:lnTo>
                  <a:pt x="2849412" y="1924077"/>
                </a:lnTo>
                <a:lnTo>
                  <a:pt x="2834246" y="1967342"/>
                </a:lnTo>
                <a:lnTo>
                  <a:pt x="2817774" y="2009975"/>
                </a:lnTo>
                <a:lnTo>
                  <a:pt x="2800019" y="2051952"/>
                </a:lnTo>
                <a:lnTo>
                  <a:pt x="2781007" y="2093249"/>
                </a:lnTo>
                <a:lnTo>
                  <a:pt x="2760761" y="2133842"/>
                </a:lnTo>
                <a:lnTo>
                  <a:pt x="2739305" y="2173707"/>
                </a:lnTo>
                <a:lnTo>
                  <a:pt x="2716664" y="2212820"/>
                </a:lnTo>
                <a:lnTo>
                  <a:pt x="2692861" y="2251156"/>
                </a:lnTo>
                <a:lnTo>
                  <a:pt x="2667921" y="2288692"/>
                </a:lnTo>
                <a:lnTo>
                  <a:pt x="2641867" y="2325404"/>
                </a:lnTo>
                <a:lnTo>
                  <a:pt x="2614724" y="2361267"/>
                </a:lnTo>
                <a:lnTo>
                  <a:pt x="2586515" y="2396257"/>
                </a:lnTo>
                <a:lnTo>
                  <a:pt x="2557266" y="2430351"/>
                </a:lnTo>
                <a:lnTo>
                  <a:pt x="2526999" y="2463523"/>
                </a:lnTo>
                <a:lnTo>
                  <a:pt x="2495740" y="2495751"/>
                </a:lnTo>
                <a:lnTo>
                  <a:pt x="2463511" y="2527010"/>
                </a:lnTo>
                <a:lnTo>
                  <a:pt x="2430338" y="2557276"/>
                </a:lnTo>
                <a:lnTo>
                  <a:pt x="2396244" y="2586525"/>
                </a:lnTo>
                <a:lnTo>
                  <a:pt x="2361254" y="2614733"/>
                </a:lnTo>
                <a:lnTo>
                  <a:pt x="2325391" y="2641876"/>
                </a:lnTo>
                <a:lnTo>
                  <a:pt x="2288679" y="2667929"/>
                </a:lnTo>
                <a:lnTo>
                  <a:pt x="2251143" y="2692869"/>
                </a:lnTo>
                <a:lnTo>
                  <a:pt x="2212806" y="2716671"/>
                </a:lnTo>
                <a:lnTo>
                  <a:pt x="2173694" y="2739312"/>
                </a:lnTo>
                <a:lnTo>
                  <a:pt x="2133829" y="2760767"/>
                </a:lnTo>
                <a:lnTo>
                  <a:pt x="2093236" y="2781012"/>
                </a:lnTo>
                <a:lnTo>
                  <a:pt x="2051939" y="2800024"/>
                </a:lnTo>
                <a:lnTo>
                  <a:pt x="2009962" y="2817778"/>
                </a:lnTo>
                <a:lnTo>
                  <a:pt x="1967330" y="2834250"/>
                </a:lnTo>
                <a:lnTo>
                  <a:pt x="1924065" y="2849415"/>
                </a:lnTo>
                <a:lnTo>
                  <a:pt x="1880193" y="2863251"/>
                </a:lnTo>
                <a:lnTo>
                  <a:pt x="1835738" y="2875733"/>
                </a:lnTo>
                <a:lnTo>
                  <a:pt x="1790722" y="2886836"/>
                </a:lnTo>
                <a:lnTo>
                  <a:pt x="1745172" y="2896537"/>
                </a:lnTo>
                <a:lnTo>
                  <a:pt x="1699110" y="2904812"/>
                </a:lnTo>
                <a:lnTo>
                  <a:pt x="1652561" y="2911636"/>
                </a:lnTo>
                <a:lnTo>
                  <a:pt x="1605548" y="2916985"/>
                </a:lnTo>
                <a:lnTo>
                  <a:pt x="1558097" y="2920836"/>
                </a:lnTo>
                <a:lnTo>
                  <a:pt x="1510230" y="2923164"/>
                </a:lnTo>
                <a:lnTo>
                  <a:pt x="1461973" y="2923946"/>
                </a:lnTo>
                <a:close/>
              </a:path>
            </a:pathLst>
          </a:custGeom>
          <a:solidFill>
            <a:srgbClr val="58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76336" y="2669107"/>
            <a:ext cx="1728470" cy="6997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97790" marR="5080" indent="-85725">
              <a:lnSpc>
                <a:spcPts val="2630"/>
              </a:lnSpc>
              <a:spcBef>
                <a:spcPts val="229"/>
              </a:spcBef>
            </a:pPr>
            <a:r>
              <a:rPr sz="2200" spc="-10" dirty="0">
                <a:solidFill>
                  <a:srgbClr val="F0EDEC"/>
                </a:solidFill>
                <a:latin typeface="Tahoma"/>
                <a:cs typeface="Tahoma"/>
              </a:rPr>
              <a:t>AI‐POWERED SUMMARIES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648200" y="2782774"/>
            <a:ext cx="11008360" cy="3853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0" marR="2675890" indent="-742950">
              <a:lnSpc>
                <a:spcPct val="115399"/>
              </a:lnSpc>
              <a:spcBef>
                <a:spcPts val="100"/>
              </a:spcBef>
              <a:buAutoNum type="arabicParenR"/>
              <a:tabLst>
                <a:tab pos="2683510" algn="l"/>
                <a:tab pos="3277235" algn="l"/>
                <a:tab pos="5354955" algn="l"/>
                <a:tab pos="7432675" algn="l"/>
              </a:tabLst>
            </a:pPr>
            <a:r>
              <a:rPr lang="en-US" sz="4400" dirty="0"/>
              <a:t>INFORMED VOTING</a:t>
            </a:r>
          </a:p>
          <a:p>
            <a:pPr marL="755650" marR="2675890" indent="-742950">
              <a:lnSpc>
                <a:spcPct val="115399"/>
              </a:lnSpc>
              <a:spcBef>
                <a:spcPts val="100"/>
              </a:spcBef>
              <a:buAutoNum type="arabicParenR"/>
              <a:tabLst>
                <a:tab pos="2683510" algn="l"/>
                <a:tab pos="3277235" algn="l"/>
                <a:tab pos="5354955" algn="l"/>
                <a:tab pos="7432675" algn="l"/>
              </a:tabLst>
            </a:pPr>
            <a:r>
              <a:rPr lang="en-US" sz="4400" dirty="0"/>
              <a:t>CITIZENS TO MAKE DATA-DRIVEN DECISIONS</a:t>
            </a:r>
          </a:p>
          <a:p>
            <a:pPr marL="755650" marR="2675890" indent="-742950">
              <a:lnSpc>
                <a:spcPct val="115399"/>
              </a:lnSpc>
              <a:spcBef>
                <a:spcPts val="100"/>
              </a:spcBef>
              <a:buAutoNum type="arabicParenR"/>
              <a:tabLst>
                <a:tab pos="2683510" algn="l"/>
                <a:tab pos="3277235" algn="l"/>
                <a:tab pos="5354955" algn="l"/>
                <a:tab pos="7432675" algn="l"/>
              </a:tabLst>
            </a:pPr>
            <a:r>
              <a:rPr lang="en-US" sz="4400" dirty="0"/>
              <a:t>ACCOUNTABILITY BY MAKING PROMISES VISIBLE</a:t>
            </a:r>
            <a:endParaRPr sz="410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5157" y="1132256"/>
            <a:ext cx="5426710" cy="1088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47290" algn="l"/>
              </a:tabLst>
            </a:pPr>
            <a:r>
              <a:rPr spc="1300" dirty="0"/>
              <a:t>IT’S</a:t>
            </a:r>
            <a:r>
              <a:rPr dirty="0"/>
              <a:t>	</a:t>
            </a:r>
            <a:r>
              <a:rPr spc="155" dirty="0"/>
              <a:t>I</a:t>
            </a:r>
            <a:r>
              <a:rPr spc="-204" dirty="0"/>
              <a:t>M</a:t>
            </a:r>
            <a:r>
              <a:rPr dirty="0"/>
              <a:t>P</a:t>
            </a:r>
            <a:r>
              <a:rPr spc="-45" dirty="0"/>
              <a:t>A</a:t>
            </a:r>
            <a:r>
              <a:rPr dirty="0"/>
              <a:t>C</a:t>
            </a:r>
            <a:r>
              <a:rPr spc="310" dirty="0"/>
              <a:t>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5618479" y="1473613"/>
            <a:ext cx="11853545" cy="4623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44525">
              <a:lnSpc>
                <a:spcPct val="100000"/>
              </a:lnSpc>
              <a:spcBef>
                <a:spcPts val="125"/>
              </a:spcBef>
              <a:tabLst>
                <a:tab pos="3099435" algn="l"/>
              </a:tabLst>
            </a:pPr>
            <a:r>
              <a:rPr sz="2900" spc="325" dirty="0">
                <a:solidFill>
                  <a:srgbClr val="FF3131"/>
                </a:solidFill>
                <a:latin typeface="Tahoma"/>
                <a:cs typeface="Tahoma"/>
              </a:rPr>
              <a:t>.</a:t>
            </a:r>
            <a:endParaRPr sz="29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0" y="12700"/>
            <a:ext cx="5575935" cy="1027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48485" algn="l"/>
                <a:tab pos="3225800" algn="l"/>
              </a:tabLst>
            </a:pPr>
            <a:r>
              <a:rPr sz="6550" spc="-1150" dirty="0"/>
              <a:t>HOW</a:t>
            </a:r>
            <a:r>
              <a:rPr sz="6550" dirty="0"/>
              <a:t>	</a:t>
            </a:r>
            <a:r>
              <a:rPr sz="6550" spc="1240" dirty="0"/>
              <a:t>IT</a:t>
            </a:r>
            <a:r>
              <a:rPr sz="6550" dirty="0"/>
              <a:t>	</a:t>
            </a:r>
            <a:r>
              <a:rPr sz="6550" spc="-700" dirty="0"/>
              <a:t>W</a:t>
            </a:r>
            <a:r>
              <a:rPr sz="6550" spc="-575" dirty="0"/>
              <a:t>O</a:t>
            </a:r>
            <a:r>
              <a:rPr sz="6550" spc="-515" dirty="0"/>
              <a:t>R</a:t>
            </a:r>
            <a:r>
              <a:rPr sz="6550" spc="-505" dirty="0"/>
              <a:t>K</a:t>
            </a:r>
            <a:r>
              <a:rPr sz="6550" spc="-200" dirty="0"/>
              <a:t>S</a:t>
            </a:r>
            <a:endParaRPr sz="65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2D432-8966-0C03-DDC1-23E3C55AE4A6}"/>
              </a:ext>
            </a:extLst>
          </p:cNvPr>
          <p:cNvSpPr txBox="1"/>
          <p:nvPr/>
        </p:nvSpPr>
        <p:spPr>
          <a:xfrm>
            <a:off x="7010400" y="526415"/>
            <a:ext cx="73018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MANIFESTOS LOADED</a:t>
            </a:r>
          </a:p>
          <a:p>
            <a:pPr marL="514350" lvl="1" indent="-51435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ASK AI</a:t>
            </a:r>
          </a:p>
          <a:p>
            <a:pPr marL="514350" lvl="1" indent="-51435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AI ANSWERS</a:t>
            </a:r>
          </a:p>
          <a:p>
            <a:pPr marL="514350" lvl="1" indent="-51435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COMPARE PARTIES</a:t>
            </a:r>
          </a:p>
          <a:p>
            <a:pPr marL="514350" lvl="1" indent="-51435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SEARCH TOPICS</a:t>
            </a:r>
          </a:p>
          <a:p>
            <a:pPr marL="514350" lvl="1" indent="-514350">
              <a:buAutoNum type="arabicParenR"/>
            </a:pP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CC57C9-7B0A-F8FB-3F3A-6612DD8E3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390900"/>
            <a:ext cx="15240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1473" y="1465112"/>
            <a:ext cx="152400" cy="152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1473" y="3379637"/>
            <a:ext cx="152400" cy="152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1473" y="5294162"/>
            <a:ext cx="152400" cy="152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1473" y="6570512"/>
            <a:ext cx="152400" cy="152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14443" y="1125628"/>
            <a:ext cx="5010150" cy="704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0"/>
              </a:spcBef>
              <a:tabLst>
                <a:tab pos="1397000" algn="l"/>
                <a:tab pos="1673860" algn="l"/>
                <a:tab pos="2504440" algn="l"/>
                <a:tab pos="3058160" algn="l"/>
                <a:tab pos="3611879" algn="l"/>
              </a:tabLst>
            </a:pPr>
            <a:r>
              <a:rPr sz="3600" spc="90" dirty="0">
                <a:solidFill>
                  <a:srgbClr val="FF3131"/>
                </a:solidFill>
                <a:latin typeface="Tahoma"/>
                <a:cs typeface="Tahoma"/>
              </a:rPr>
              <a:t>SAVES</a:t>
            </a:r>
            <a:r>
              <a:rPr sz="36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lang="en-GB" sz="360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600" spc="280" dirty="0">
                <a:solidFill>
                  <a:srgbClr val="FF3131"/>
                </a:solidFill>
                <a:latin typeface="Tahoma"/>
                <a:cs typeface="Tahoma"/>
              </a:rPr>
              <a:t>TIME, </a:t>
            </a:r>
            <a:r>
              <a:rPr sz="3600" spc="310" dirty="0">
                <a:solidFill>
                  <a:srgbClr val="FF3131"/>
                </a:solidFill>
                <a:latin typeface="Tahoma"/>
                <a:cs typeface="Tahoma"/>
              </a:rPr>
              <a:t>SIMPLIFIES</a:t>
            </a:r>
            <a:r>
              <a:rPr sz="36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600" spc="-30" dirty="0">
                <a:solidFill>
                  <a:srgbClr val="FF3131"/>
                </a:solidFill>
                <a:latin typeface="Tahoma"/>
                <a:cs typeface="Tahoma"/>
              </a:rPr>
              <a:t>COMPLEX </a:t>
            </a:r>
            <a:r>
              <a:rPr sz="3600" spc="-10" dirty="0">
                <a:solidFill>
                  <a:srgbClr val="FF3131"/>
                </a:solidFill>
                <a:latin typeface="Tahoma"/>
                <a:cs typeface="Tahoma"/>
              </a:rPr>
              <a:t>DOCUMENTS. EMPOWERS</a:t>
            </a:r>
            <a:r>
              <a:rPr sz="36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600" spc="229" dirty="0">
                <a:solidFill>
                  <a:srgbClr val="FF3131"/>
                </a:solidFill>
                <a:latin typeface="Tahoma"/>
                <a:cs typeface="Tahoma"/>
              </a:rPr>
              <a:t>CITIZENS </a:t>
            </a:r>
            <a:r>
              <a:rPr sz="3600" spc="-20" dirty="0">
                <a:solidFill>
                  <a:srgbClr val="FF3131"/>
                </a:solidFill>
                <a:latin typeface="Tahoma"/>
                <a:cs typeface="Tahoma"/>
              </a:rPr>
              <a:t>WITH</a:t>
            </a:r>
            <a:r>
              <a:rPr sz="36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600" spc="175" dirty="0">
                <a:solidFill>
                  <a:srgbClr val="FF3131"/>
                </a:solidFill>
                <a:latin typeface="Tahoma"/>
                <a:cs typeface="Tahoma"/>
              </a:rPr>
              <a:t>ACCESSIBLE </a:t>
            </a:r>
            <a:r>
              <a:rPr sz="3600" spc="-10" dirty="0">
                <a:solidFill>
                  <a:srgbClr val="FF3131"/>
                </a:solidFill>
                <a:latin typeface="Tahoma"/>
                <a:cs typeface="Tahoma"/>
              </a:rPr>
              <a:t>KNOWLEDGE. PROMOTES</a:t>
            </a:r>
            <a:r>
              <a:rPr sz="36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600" spc="-10" dirty="0">
                <a:solidFill>
                  <a:srgbClr val="FF3131"/>
                </a:solidFill>
                <a:latin typeface="Tahoma"/>
                <a:cs typeface="Tahoma"/>
              </a:rPr>
              <a:t>INFORMED </a:t>
            </a:r>
            <a:r>
              <a:rPr sz="3600" spc="165" dirty="0">
                <a:solidFill>
                  <a:srgbClr val="FF3131"/>
                </a:solidFill>
                <a:latin typeface="Tahoma"/>
                <a:cs typeface="Tahoma"/>
              </a:rPr>
              <a:t>DECISION‐MAKING. </a:t>
            </a:r>
            <a:r>
              <a:rPr sz="3600" spc="-10" dirty="0">
                <a:solidFill>
                  <a:srgbClr val="FF3131"/>
                </a:solidFill>
                <a:latin typeface="Tahoma"/>
                <a:cs typeface="Tahoma"/>
              </a:rPr>
              <a:t>ENCOURAGES TRANSPARENCY</a:t>
            </a:r>
            <a:r>
              <a:rPr sz="36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600" spc="-25" dirty="0">
                <a:solidFill>
                  <a:srgbClr val="FF3131"/>
                </a:solidFill>
                <a:latin typeface="Tahoma"/>
                <a:cs typeface="Tahoma"/>
              </a:rPr>
              <a:t>AND </a:t>
            </a:r>
            <a:r>
              <a:rPr sz="3600" spc="155" dirty="0">
                <a:solidFill>
                  <a:srgbClr val="FF3131"/>
                </a:solidFill>
                <a:latin typeface="Tahoma"/>
                <a:cs typeface="Tahoma"/>
              </a:rPr>
              <a:t>ACCOUNTABILITY.</a:t>
            </a:r>
            <a:endParaRPr sz="36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195" rIns="0" bIns="0" rtlCol="0">
            <a:spAutoFit/>
          </a:bodyPr>
          <a:lstStyle/>
          <a:p>
            <a:pPr marL="1069975">
              <a:lnSpc>
                <a:spcPct val="100000"/>
              </a:lnSpc>
              <a:spcBef>
                <a:spcPts val="120"/>
              </a:spcBef>
            </a:pPr>
            <a:r>
              <a:rPr spc="475" dirty="0"/>
              <a:t>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007" y="2057369"/>
            <a:ext cx="123825" cy="1238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5007" y="3124169"/>
            <a:ext cx="123825" cy="1238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5007" y="4190969"/>
            <a:ext cx="123825" cy="1238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5007" y="5257769"/>
            <a:ext cx="123825" cy="123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5007" y="6324569"/>
            <a:ext cx="123825" cy="1238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5007" y="7391368"/>
            <a:ext cx="123825" cy="123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5007" y="8458168"/>
            <a:ext cx="123825" cy="1238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04698" y="1769320"/>
            <a:ext cx="6036945" cy="7493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  <a:tabLst>
                <a:tab pos="706120" algn="l"/>
                <a:tab pos="937260" algn="l"/>
                <a:tab pos="1399540" algn="l"/>
                <a:tab pos="1630680" algn="l"/>
                <a:tab pos="1861820" algn="l"/>
                <a:tab pos="2092960" algn="l"/>
                <a:tab pos="2324100" algn="l"/>
                <a:tab pos="2555240" algn="l"/>
                <a:tab pos="3017520" algn="l"/>
                <a:tab pos="3249295" algn="l"/>
                <a:tab pos="3942715" algn="l"/>
                <a:tab pos="4173854" algn="l"/>
              </a:tabLst>
            </a:pP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EXPAND</a:t>
            </a:r>
            <a:r>
              <a:rPr lang="en-GB" sz="3000" spc="-1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150" dirty="0">
                <a:solidFill>
                  <a:srgbClr val="FF3131"/>
                </a:solidFill>
                <a:latin typeface="Tahoma"/>
                <a:cs typeface="Tahoma"/>
              </a:rPr>
              <a:t>TO</a:t>
            </a:r>
            <a:r>
              <a:rPr lang="en-GB" sz="3000" spc="-15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95" dirty="0">
                <a:solidFill>
                  <a:srgbClr val="FF3131"/>
                </a:solidFill>
                <a:latin typeface="Tahoma"/>
                <a:cs typeface="Tahoma"/>
              </a:rPr>
              <a:t>LOCAL,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30" dirty="0">
                <a:solidFill>
                  <a:srgbClr val="FF3131"/>
                </a:solidFill>
                <a:latin typeface="Tahoma"/>
                <a:cs typeface="Tahoma"/>
              </a:rPr>
              <a:t>NATIONAL, </a:t>
            </a:r>
            <a:r>
              <a:rPr sz="3000" spc="-150" dirty="0">
                <a:solidFill>
                  <a:srgbClr val="FF3131"/>
                </a:solidFill>
                <a:latin typeface="Tahoma"/>
                <a:cs typeface="Tahoma"/>
              </a:rPr>
              <a:t>AND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lang="en-GB" sz="300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GLOBAL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70" dirty="0">
                <a:solidFill>
                  <a:srgbClr val="FF3131"/>
                </a:solidFill>
                <a:latin typeface="Tahoma"/>
                <a:cs typeface="Tahoma"/>
              </a:rPr>
              <a:t>ELECTIONS. 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SUPPORT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lang="en-GB" sz="300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spc="110" dirty="0">
                <a:solidFill>
                  <a:srgbClr val="FF3131"/>
                </a:solidFill>
                <a:latin typeface="Tahoma"/>
                <a:cs typeface="Tahoma"/>
              </a:rPr>
              <a:t>MULTIPLE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LANGUAGES </a:t>
            </a:r>
            <a:r>
              <a:rPr sz="3000" spc="-55" dirty="0">
                <a:solidFill>
                  <a:srgbClr val="FF3131"/>
                </a:solidFill>
                <a:latin typeface="Tahoma"/>
                <a:cs typeface="Tahoma"/>
              </a:rPr>
              <a:t>FOR</a:t>
            </a:r>
            <a:r>
              <a:rPr lang="en-GB" sz="3000" spc="-5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80" dirty="0">
                <a:solidFill>
                  <a:srgbClr val="FF3131"/>
                </a:solidFill>
                <a:latin typeface="Tahoma"/>
                <a:cs typeface="Tahoma"/>
              </a:rPr>
              <a:t>WIDER</a:t>
            </a:r>
            <a:r>
              <a:rPr lang="en-GB" sz="3000" spc="-8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14" dirty="0">
                <a:solidFill>
                  <a:srgbClr val="FF3131"/>
                </a:solidFill>
                <a:latin typeface="Tahoma"/>
                <a:cs typeface="Tahoma"/>
              </a:rPr>
              <a:t>REACH. </a:t>
            </a:r>
            <a:r>
              <a:rPr sz="3000" spc="60" dirty="0">
                <a:solidFill>
                  <a:srgbClr val="FF3131"/>
                </a:solidFill>
                <a:latin typeface="Tahoma"/>
                <a:cs typeface="Tahoma"/>
              </a:rPr>
              <a:t>PERSONALIZED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25" dirty="0">
                <a:solidFill>
                  <a:srgbClr val="FF3131"/>
                </a:solidFill>
                <a:latin typeface="Tahoma"/>
                <a:cs typeface="Tahoma"/>
              </a:rPr>
              <a:t>INSIGHTS 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BASED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280" dirty="0">
                <a:solidFill>
                  <a:srgbClr val="FF3131"/>
                </a:solidFill>
                <a:latin typeface="Tahoma"/>
                <a:cs typeface="Tahoma"/>
              </a:rPr>
              <a:t>ON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lang="en-GB" sz="300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spc="-20" dirty="0">
                <a:solidFill>
                  <a:srgbClr val="FF3131"/>
                </a:solidFill>
                <a:latin typeface="Tahoma"/>
                <a:cs typeface="Tahoma"/>
              </a:rPr>
              <a:t>USER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85" dirty="0">
                <a:solidFill>
                  <a:srgbClr val="FF3131"/>
                </a:solidFill>
                <a:latin typeface="Tahoma"/>
                <a:cs typeface="Tahoma"/>
              </a:rPr>
              <a:t>INTERESTS. </a:t>
            </a:r>
            <a:r>
              <a:rPr sz="3000" spc="-55" dirty="0">
                <a:solidFill>
                  <a:srgbClr val="FF3131"/>
                </a:solidFill>
                <a:latin typeface="Tahoma"/>
                <a:cs typeface="Tahoma"/>
              </a:rPr>
              <a:t>ADVANCED</a:t>
            </a:r>
            <a:r>
              <a:rPr lang="en-GB" sz="3000" spc="-55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225" dirty="0">
                <a:solidFill>
                  <a:srgbClr val="FF3131"/>
                </a:solidFill>
                <a:latin typeface="Tahoma"/>
                <a:cs typeface="Tahoma"/>
              </a:rPr>
              <a:t>VISUALS: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105" dirty="0">
                <a:solidFill>
                  <a:srgbClr val="FF3131"/>
                </a:solidFill>
                <a:latin typeface="Tahoma"/>
                <a:cs typeface="Tahoma"/>
              </a:rPr>
              <a:t>CHARTS, </a:t>
            </a:r>
            <a:r>
              <a:rPr sz="3000" spc="220" dirty="0">
                <a:solidFill>
                  <a:srgbClr val="FF3131"/>
                </a:solidFill>
                <a:latin typeface="Tahoma"/>
                <a:cs typeface="Tahoma"/>
              </a:rPr>
              <a:t>TIMELINES,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DASHBOARDS. </a:t>
            </a:r>
            <a:r>
              <a:rPr sz="3000" spc="90" dirty="0">
                <a:solidFill>
                  <a:srgbClr val="FF3131"/>
                </a:solidFill>
                <a:latin typeface="Tahoma"/>
                <a:cs typeface="Tahoma"/>
              </a:rPr>
              <a:t>FACT‐CHECKING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lang="en-GB" sz="300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spc="50" dirty="0">
                <a:solidFill>
                  <a:srgbClr val="FF3131"/>
                </a:solidFill>
                <a:latin typeface="Tahoma"/>
                <a:cs typeface="Tahoma"/>
              </a:rPr>
              <a:t>INTEGRATION </a:t>
            </a:r>
            <a:r>
              <a:rPr sz="3000" spc="-25" dirty="0">
                <a:solidFill>
                  <a:srgbClr val="FF3131"/>
                </a:solidFill>
                <a:latin typeface="Tahoma"/>
                <a:cs typeface="Tahoma"/>
              </a:rPr>
              <a:t>TO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TRACK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lang="en-GB" sz="3000" dirty="0">
                <a:solidFill>
                  <a:srgbClr val="FF3131"/>
                </a:solidFill>
                <a:latin typeface="Tahoma"/>
                <a:cs typeface="Tahoma"/>
              </a:rPr>
              <a:t> </a:t>
            </a:r>
            <a:r>
              <a:rPr sz="3000" spc="125" dirty="0">
                <a:solidFill>
                  <a:srgbClr val="FF3131"/>
                </a:solidFill>
                <a:latin typeface="Tahoma"/>
                <a:cs typeface="Tahoma"/>
              </a:rPr>
              <a:t>PROMISES.</a:t>
            </a:r>
            <a:endParaRPr sz="3000" dirty="0">
              <a:latin typeface="Tahoma"/>
              <a:cs typeface="Tahoma"/>
            </a:endParaRPr>
          </a:p>
          <a:p>
            <a:pPr marL="12700" marR="5080">
              <a:lnSpc>
                <a:spcPts val="4200"/>
              </a:lnSpc>
              <a:spcBef>
                <a:spcPts val="240"/>
              </a:spcBef>
              <a:tabLst>
                <a:tab pos="1630680" algn="l"/>
                <a:tab pos="2555240" algn="l"/>
                <a:tab pos="3480435" algn="l"/>
                <a:tab pos="4636135" algn="l"/>
              </a:tabLst>
            </a:pPr>
            <a:r>
              <a:rPr sz="3000" spc="45" dirty="0">
                <a:solidFill>
                  <a:srgbClr val="FF3131"/>
                </a:solidFill>
                <a:latin typeface="Tahoma"/>
                <a:cs typeface="Tahoma"/>
              </a:rPr>
              <a:t>MOBILE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85" dirty="0">
                <a:solidFill>
                  <a:srgbClr val="FF3131"/>
                </a:solidFill>
                <a:latin typeface="Tahoma"/>
                <a:cs typeface="Tahoma"/>
              </a:rPr>
              <a:t>APP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25" dirty="0">
                <a:solidFill>
                  <a:srgbClr val="FF3131"/>
                </a:solidFill>
                <a:latin typeface="Tahoma"/>
                <a:cs typeface="Tahoma"/>
              </a:rPr>
              <a:t>FOR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65" dirty="0">
                <a:solidFill>
                  <a:srgbClr val="FF3131"/>
                </a:solidFill>
                <a:latin typeface="Tahoma"/>
                <a:cs typeface="Tahoma"/>
              </a:rPr>
              <a:t>EASY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55" dirty="0">
                <a:solidFill>
                  <a:srgbClr val="FF3131"/>
                </a:solidFill>
                <a:latin typeface="Tahoma"/>
                <a:cs typeface="Tahoma"/>
              </a:rPr>
              <a:t>ACCESS 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ANYWHERE.</a:t>
            </a:r>
            <a:endParaRPr sz="3000" dirty="0">
              <a:latin typeface="Tahoma"/>
              <a:cs typeface="Tahoma"/>
            </a:endParaRPr>
          </a:p>
          <a:p>
            <a:pPr marL="12700" marR="236220">
              <a:lnSpc>
                <a:spcPts val="4200"/>
              </a:lnSpc>
              <a:tabLst>
                <a:tab pos="1861820" algn="l"/>
                <a:tab pos="3942715" algn="l"/>
                <a:tab pos="5098415" algn="l"/>
              </a:tabLst>
            </a:pPr>
            <a:r>
              <a:rPr sz="3000" spc="200" dirty="0">
                <a:solidFill>
                  <a:srgbClr val="FF3131"/>
                </a:solidFill>
                <a:latin typeface="Tahoma"/>
                <a:cs typeface="Tahoma"/>
              </a:rPr>
              <a:t>CITIZEN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FEEDBACK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20" dirty="0">
                <a:solidFill>
                  <a:srgbClr val="FF3131"/>
                </a:solidFill>
                <a:latin typeface="Tahoma"/>
                <a:cs typeface="Tahoma"/>
              </a:rPr>
              <a:t>LOOP</a:t>
            </a:r>
            <a:r>
              <a:rPr sz="3000" dirty="0">
                <a:solidFill>
                  <a:srgbClr val="FF3131"/>
                </a:solidFill>
                <a:latin typeface="Tahoma"/>
                <a:cs typeface="Tahoma"/>
              </a:rPr>
              <a:t>	</a:t>
            </a:r>
            <a:r>
              <a:rPr sz="3000" spc="-50" dirty="0">
                <a:solidFill>
                  <a:srgbClr val="FF3131"/>
                </a:solidFill>
                <a:latin typeface="Tahoma"/>
                <a:cs typeface="Tahoma"/>
              </a:rPr>
              <a:t>FOR </a:t>
            </a:r>
            <a:r>
              <a:rPr sz="3000" spc="-10" dirty="0">
                <a:solidFill>
                  <a:srgbClr val="FF3131"/>
                </a:solidFill>
                <a:latin typeface="Tahoma"/>
                <a:cs typeface="Tahoma"/>
              </a:rPr>
              <a:t>ENGAGEMENT.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8083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20"/>
              </a:spcBef>
              <a:tabLst>
                <a:tab pos="4081779" algn="l"/>
              </a:tabLst>
            </a:pPr>
            <a:r>
              <a:rPr spc="-10" dirty="0"/>
              <a:t>FUTURE</a:t>
            </a:r>
            <a:r>
              <a:rPr dirty="0"/>
              <a:t>	</a:t>
            </a:r>
            <a:r>
              <a:rPr spc="475" dirty="0"/>
              <a:t>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0170" y="3056262"/>
            <a:ext cx="8071484" cy="19564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22570" algn="l"/>
              </a:tabLst>
            </a:pPr>
            <a:r>
              <a:rPr sz="12650" spc="-400" dirty="0"/>
              <a:t>T</a:t>
            </a:r>
            <a:r>
              <a:rPr sz="12650" spc="-545" dirty="0"/>
              <a:t>H</a:t>
            </a:r>
            <a:r>
              <a:rPr sz="12650" spc="-520" dirty="0"/>
              <a:t>A</a:t>
            </a:r>
            <a:r>
              <a:rPr sz="12650" spc="-575" dirty="0"/>
              <a:t>N</a:t>
            </a:r>
            <a:r>
              <a:rPr sz="12650" spc="125" dirty="0"/>
              <a:t>K</a:t>
            </a:r>
            <a:r>
              <a:rPr sz="12650" dirty="0"/>
              <a:t>	</a:t>
            </a:r>
            <a:r>
              <a:rPr sz="12650" spc="-810" dirty="0"/>
              <a:t>Y</a:t>
            </a:r>
            <a:r>
              <a:rPr sz="12650" spc="-980" dirty="0"/>
              <a:t>O</a:t>
            </a:r>
            <a:r>
              <a:rPr sz="12650" spc="-254" dirty="0"/>
              <a:t>U</a:t>
            </a:r>
            <a:endParaRPr sz="12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307</Words>
  <Application>Microsoft Office PowerPoint</Application>
  <PresentationFormat>Custom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Tahoma</vt:lpstr>
      <vt:lpstr>Office Theme</vt:lpstr>
      <vt:lpstr>MANIFESTO NEPAL</vt:lpstr>
      <vt:lpstr>THE PROBLEMS</vt:lpstr>
      <vt:lpstr>SOLUTION</vt:lpstr>
      <vt:lpstr>IT’S IMPACT</vt:lpstr>
      <vt:lpstr>HOW IT WORKS</vt:lpstr>
      <vt:lpstr>BENEFITS</vt:lpstr>
      <vt:lpstr>FUTURE VISION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Olivia Wilson</dc:title>
  <dc:creator>Sumina Bista</dc:creator>
  <cp:keywords>DAHNp9x_esc,BAFw09OrODI,0</cp:keywords>
  <cp:lastModifiedBy>shishirn91@gmail.com</cp:lastModifiedBy>
  <cp:revision>4</cp:revision>
  <dcterms:created xsi:type="dcterms:W3CDTF">2026-06-26T08:51:25Z</dcterms:created>
  <dcterms:modified xsi:type="dcterms:W3CDTF">2026-06-26T10:33:00Z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2026-06-26T00:00:00Z</vt:filetime>
  </property>
  <property fmtid="{D5CDD505-2E9C-101B-9397-08002B2CF9AE}" pid="3" name="Creator">
    <vt:lpwstr>Canva</vt:lpwstr>
  </property>
  <property fmtid="{D5CDD505-2E9C-101B-9397-08002B2CF9AE}" pid="4" name="LastSaved">
    <vt:filetime>2026-06-26T00:00:00Z</vt:filetime>
  </property>
  <property fmtid="{D5CDD505-2E9C-101B-9397-08002B2CF9AE}" pid="5" name="Producer">
    <vt:lpwstr>3-Heights(TM) PDF Security Shell 4.8.25.2 (http://www.pdf-tools.com)</vt:lpwstr>
  </property>
</Properties>
</file>